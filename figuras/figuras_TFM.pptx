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23"/>
  </p:notes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75" r:id="rId9"/>
    <p:sldId id="263" r:id="rId10"/>
    <p:sldId id="264" r:id="rId11"/>
    <p:sldId id="265" r:id="rId12"/>
    <p:sldId id="266" r:id="rId13"/>
    <p:sldId id="267" r:id="rId14"/>
    <p:sldId id="268" r:id="rId15"/>
    <p:sldId id="276" r:id="rId16"/>
    <p:sldId id="269" r:id="rId17"/>
    <p:sldId id="270" r:id="rId18"/>
    <p:sldId id="271" r:id="rId19"/>
    <p:sldId id="272" r:id="rId20"/>
    <p:sldId id="273" r:id="rId21"/>
    <p:sldId id="274" r:id="rId2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5BE263C-DBD7-4A20-BB59-AAB30ACAA65A}" styleName="Estilo medio 3 - Énfasis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EC20E35-A176-4012-BC5E-935CFFF8708E}" styleName="Estilo me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B344D84-9AFB-497E-A393-DC336BA19D2E}" styleName="Estilo medio 3 - Énfasis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38B1855-1B75-4FBE-930C-398BA8C253C6}" styleName="Estilo temático 2 - Énfasis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D7B26C5-4107-4FEC-AEDC-1716B250A1EF}" styleName="Estilo cl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93D81CF-94F2-401A-BA57-92F5A7B2D0C5}" styleName="Estilo medio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84"/>
  </p:normalViewPr>
  <p:slideViewPr>
    <p:cSldViewPr snapToGrid="0">
      <p:cViewPr>
        <p:scale>
          <a:sx n="125" d="100"/>
          <a:sy n="125" d="100"/>
        </p:scale>
        <p:origin x="2094" y="-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9A20B9-A399-4C45-9BE2-CC640EA84D56}" type="datetimeFigureOut">
              <a:rPr lang="es-ES" smtClean="0"/>
              <a:t>22/06/2025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846FE4-2FC6-4706-960F-3DF0637C12E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348413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846FE4-2FC6-4706-960F-3DF0637C12E3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80968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846FE4-2FC6-4706-960F-3DF0637C12E3}" type="slidenum">
              <a:rPr lang="es-ES" smtClean="0"/>
              <a:t>15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20073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846FE4-2FC6-4706-960F-3DF0637C12E3}" type="slidenum">
              <a:rPr lang="es-ES" smtClean="0"/>
              <a:t>16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525602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65AC1-0663-8843-9B78-7432E893FF9C}" type="datetimeFigureOut">
              <a:rPr lang="es-ES" smtClean="0"/>
              <a:t>22/06/2025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1D0E11-936F-A249-A02A-97F0AF29E0A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051430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65AC1-0663-8843-9B78-7432E893FF9C}" type="datetimeFigureOut">
              <a:rPr lang="es-ES" smtClean="0"/>
              <a:t>22/06/2025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1D0E11-936F-A249-A02A-97F0AF29E0A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69403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65AC1-0663-8843-9B78-7432E893FF9C}" type="datetimeFigureOut">
              <a:rPr lang="es-ES" smtClean="0"/>
              <a:t>22/06/2025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1D0E11-936F-A249-A02A-97F0AF29E0A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607220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65AC1-0663-8843-9B78-7432E893FF9C}" type="datetimeFigureOut">
              <a:rPr lang="es-ES" smtClean="0"/>
              <a:t>22/06/2025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1D0E11-936F-A249-A02A-97F0AF29E0A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931527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65AC1-0663-8843-9B78-7432E893FF9C}" type="datetimeFigureOut">
              <a:rPr lang="es-ES" smtClean="0"/>
              <a:t>22/06/2025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1D0E11-936F-A249-A02A-97F0AF29E0A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093114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65AC1-0663-8843-9B78-7432E893FF9C}" type="datetimeFigureOut">
              <a:rPr lang="es-ES" smtClean="0"/>
              <a:t>22/06/2025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1D0E11-936F-A249-A02A-97F0AF29E0A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945571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65AC1-0663-8843-9B78-7432E893FF9C}" type="datetimeFigureOut">
              <a:rPr lang="es-ES" smtClean="0"/>
              <a:t>22/06/2025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1D0E11-936F-A249-A02A-97F0AF29E0A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462407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65AC1-0663-8843-9B78-7432E893FF9C}" type="datetimeFigureOut">
              <a:rPr lang="es-ES" smtClean="0"/>
              <a:t>22/06/2025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1D0E11-936F-A249-A02A-97F0AF29E0A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92749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65AC1-0663-8843-9B78-7432E893FF9C}" type="datetimeFigureOut">
              <a:rPr lang="es-ES" smtClean="0"/>
              <a:t>22/06/2025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1D0E11-936F-A249-A02A-97F0AF29E0A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63471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65AC1-0663-8843-9B78-7432E893FF9C}" type="datetimeFigureOut">
              <a:rPr lang="es-ES" smtClean="0"/>
              <a:t>22/06/2025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1D0E11-936F-A249-A02A-97F0AF29E0A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338338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65AC1-0663-8843-9B78-7432E893FF9C}" type="datetimeFigureOut">
              <a:rPr lang="es-ES" smtClean="0"/>
              <a:t>22/06/2025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1D0E11-936F-A249-A02A-97F0AF29E0A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735486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765AC1-0663-8843-9B78-7432E893FF9C}" type="datetimeFigureOut">
              <a:rPr lang="es-ES" smtClean="0"/>
              <a:t>22/06/2025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1D0E11-936F-A249-A02A-97F0AF29E0A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337438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022788A1-4A35-28EA-B834-998185FD17FB}"/>
              </a:ext>
            </a:extLst>
          </p:cNvPr>
          <p:cNvSpPr txBox="1"/>
          <p:nvPr/>
        </p:nvSpPr>
        <p:spPr>
          <a:xfrm>
            <a:off x="661424" y="4337215"/>
            <a:ext cx="50439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Figura 1. Adaptado de (</a:t>
            </a:r>
            <a:r>
              <a:rPr lang="es-ES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Aptos" panose="020B0004020202020204" pitchFamily="34" charset="0"/>
              </a:rPr>
              <a:t>Turan et al., 2023</a:t>
            </a:r>
            <a:r>
              <a:rPr lang="es-ES" dirty="0">
                <a:effectLst/>
              </a:rPr>
              <a:t> </a:t>
            </a:r>
            <a:r>
              <a:rPr lang="es-ES" dirty="0"/>
              <a:t>)</a:t>
            </a:r>
          </a:p>
        </p:txBody>
      </p:sp>
      <p:grpSp>
        <p:nvGrpSpPr>
          <p:cNvPr id="53" name="Grupo 52">
            <a:extLst>
              <a:ext uri="{FF2B5EF4-FFF2-40B4-BE49-F238E27FC236}">
                <a16:creationId xmlns:a16="http://schemas.microsoft.com/office/drawing/2014/main" id="{F283CECC-58FE-69A4-E358-30DC47A0C995}"/>
              </a:ext>
            </a:extLst>
          </p:cNvPr>
          <p:cNvGrpSpPr/>
          <p:nvPr/>
        </p:nvGrpSpPr>
        <p:grpSpPr>
          <a:xfrm>
            <a:off x="-9937" y="107821"/>
            <a:ext cx="6858000" cy="4108744"/>
            <a:chOff x="0" y="164096"/>
            <a:chExt cx="6858000" cy="4108744"/>
          </a:xfrm>
        </p:grpSpPr>
        <p:grpSp>
          <p:nvGrpSpPr>
            <p:cNvPr id="50" name="Grupo 49">
              <a:extLst>
                <a:ext uri="{FF2B5EF4-FFF2-40B4-BE49-F238E27FC236}">
                  <a16:creationId xmlns:a16="http://schemas.microsoft.com/office/drawing/2014/main" id="{40F0F44A-297F-663C-19DB-3ECE198B4360}"/>
                </a:ext>
              </a:extLst>
            </p:cNvPr>
            <p:cNvGrpSpPr/>
            <p:nvPr/>
          </p:nvGrpSpPr>
          <p:grpSpPr>
            <a:xfrm>
              <a:off x="0" y="164096"/>
              <a:ext cx="6858000" cy="4108744"/>
              <a:chOff x="0" y="164096"/>
              <a:chExt cx="6858000" cy="4108744"/>
            </a:xfrm>
          </p:grpSpPr>
          <p:grpSp>
            <p:nvGrpSpPr>
              <p:cNvPr id="46" name="Grupo 45">
                <a:extLst>
                  <a:ext uri="{FF2B5EF4-FFF2-40B4-BE49-F238E27FC236}">
                    <a16:creationId xmlns:a16="http://schemas.microsoft.com/office/drawing/2014/main" id="{D82EFECD-23EC-D772-7027-B0CAD80FA0FF}"/>
                  </a:ext>
                </a:extLst>
              </p:cNvPr>
              <p:cNvGrpSpPr/>
              <p:nvPr/>
            </p:nvGrpSpPr>
            <p:grpSpPr>
              <a:xfrm>
                <a:off x="0" y="164096"/>
                <a:ext cx="6858000" cy="4108744"/>
                <a:chOff x="65548" y="183146"/>
                <a:chExt cx="6858000" cy="4108744"/>
              </a:xfrm>
            </p:grpSpPr>
            <p:grpSp>
              <p:nvGrpSpPr>
                <p:cNvPr id="44" name="Grupo 43">
                  <a:extLst>
                    <a:ext uri="{FF2B5EF4-FFF2-40B4-BE49-F238E27FC236}">
                      <a16:creationId xmlns:a16="http://schemas.microsoft.com/office/drawing/2014/main" id="{1E81618F-3CBB-8AA4-DE60-A85210FD29C5}"/>
                    </a:ext>
                  </a:extLst>
                </p:cNvPr>
                <p:cNvGrpSpPr/>
                <p:nvPr/>
              </p:nvGrpSpPr>
              <p:grpSpPr>
                <a:xfrm>
                  <a:off x="65548" y="183146"/>
                  <a:ext cx="6858000" cy="4108744"/>
                  <a:chOff x="65548" y="183146"/>
                  <a:chExt cx="6858000" cy="4108744"/>
                </a:xfrm>
              </p:grpSpPr>
              <p:grpSp>
                <p:nvGrpSpPr>
                  <p:cNvPr id="42" name="Grupo 41">
                    <a:extLst>
                      <a:ext uri="{FF2B5EF4-FFF2-40B4-BE49-F238E27FC236}">
                        <a16:creationId xmlns:a16="http://schemas.microsoft.com/office/drawing/2014/main" id="{66425ED6-8098-1A68-BA4A-C5A13C66CAED}"/>
                      </a:ext>
                    </a:extLst>
                  </p:cNvPr>
                  <p:cNvGrpSpPr/>
                  <p:nvPr/>
                </p:nvGrpSpPr>
                <p:grpSpPr>
                  <a:xfrm>
                    <a:off x="65548" y="183146"/>
                    <a:ext cx="6858000" cy="4108744"/>
                    <a:chOff x="65548" y="183146"/>
                    <a:chExt cx="6858000" cy="4108744"/>
                  </a:xfrm>
                </p:grpSpPr>
                <p:grpSp>
                  <p:nvGrpSpPr>
                    <p:cNvPr id="40" name="Grupo 39">
                      <a:extLst>
                        <a:ext uri="{FF2B5EF4-FFF2-40B4-BE49-F238E27FC236}">
                          <a16:creationId xmlns:a16="http://schemas.microsoft.com/office/drawing/2014/main" id="{E524C5E7-E997-FC05-A848-386065E99E57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65548" y="183146"/>
                      <a:ext cx="6858000" cy="4108744"/>
                      <a:chOff x="65548" y="183146"/>
                      <a:chExt cx="6858000" cy="4108744"/>
                    </a:xfrm>
                  </p:grpSpPr>
                  <p:grpSp>
                    <p:nvGrpSpPr>
                      <p:cNvPr id="38" name="Grupo 37">
                        <a:extLst>
                          <a:ext uri="{FF2B5EF4-FFF2-40B4-BE49-F238E27FC236}">
                            <a16:creationId xmlns:a16="http://schemas.microsoft.com/office/drawing/2014/main" id="{0BFB82C6-5E15-69F4-CF67-8003031A85F5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65548" y="183146"/>
                        <a:ext cx="6858000" cy="4108744"/>
                        <a:chOff x="-61452" y="519696"/>
                        <a:chExt cx="6858000" cy="4108744"/>
                      </a:xfrm>
                    </p:grpSpPr>
                    <p:grpSp>
                      <p:nvGrpSpPr>
                        <p:cNvPr id="36" name="Grupo 35">
                          <a:extLst>
                            <a:ext uri="{FF2B5EF4-FFF2-40B4-BE49-F238E27FC236}">
                              <a16:creationId xmlns:a16="http://schemas.microsoft.com/office/drawing/2014/main" id="{EF84984C-7512-9FD6-7763-42E5A2574EFE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-61452" y="519696"/>
                          <a:ext cx="6858000" cy="4108744"/>
                          <a:chOff x="-61452" y="519696"/>
                          <a:chExt cx="6858000" cy="4108744"/>
                        </a:xfrm>
                      </p:grpSpPr>
                      <p:grpSp>
                        <p:nvGrpSpPr>
                          <p:cNvPr id="33" name="Grupo 32">
                            <a:extLst>
                              <a:ext uri="{FF2B5EF4-FFF2-40B4-BE49-F238E27FC236}">
                                <a16:creationId xmlns:a16="http://schemas.microsoft.com/office/drawing/2014/main" id="{8E55D7AD-9DD1-B80B-D515-573A7E42B229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-61452" y="519696"/>
                            <a:ext cx="6858000" cy="4108744"/>
                            <a:chOff x="0" y="500646"/>
                            <a:chExt cx="6858000" cy="4108744"/>
                          </a:xfrm>
                        </p:grpSpPr>
                        <p:grpSp>
                          <p:nvGrpSpPr>
                            <p:cNvPr id="18" name="Grupo 17">
                              <a:extLst>
                                <a:ext uri="{FF2B5EF4-FFF2-40B4-BE49-F238E27FC236}">
                                  <a16:creationId xmlns:a16="http://schemas.microsoft.com/office/drawing/2014/main" id="{3B430049-0B89-47E2-3797-1218B99A8855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0" y="500646"/>
                              <a:ext cx="6858000" cy="4108744"/>
                              <a:chOff x="0" y="500646"/>
                              <a:chExt cx="6858000" cy="4108744"/>
                            </a:xfrm>
                          </p:grpSpPr>
                          <p:grpSp>
                            <p:nvGrpSpPr>
                              <p:cNvPr id="14" name="Grupo 13">
                                <a:extLst>
                                  <a:ext uri="{FF2B5EF4-FFF2-40B4-BE49-F238E27FC236}">
                                    <a16:creationId xmlns:a16="http://schemas.microsoft.com/office/drawing/2014/main" id="{5434F9BB-58C4-711C-CD0C-BDBE302D9F4B}"/>
                                  </a:ext>
                                </a:extLst>
                              </p:cNvPr>
                              <p:cNvGrpSpPr/>
                              <p:nvPr/>
                            </p:nvGrpSpPr>
                            <p:grpSpPr>
                              <a:xfrm>
                                <a:off x="0" y="500646"/>
                                <a:ext cx="6858000" cy="4108744"/>
                                <a:chOff x="0" y="500646"/>
                                <a:chExt cx="6858000" cy="4108744"/>
                              </a:xfrm>
                            </p:grpSpPr>
                            <p:grpSp>
                              <p:nvGrpSpPr>
                                <p:cNvPr id="13" name="Grupo 12">
                                  <a:extLst>
                                    <a:ext uri="{FF2B5EF4-FFF2-40B4-BE49-F238E27FC236}">
                                      <a16:creationId xmlns:a16="http://schemas.microsoft.com/office/drawing/2014/main" id="{D05B4A01-0762-E689-A604-76B6F9C8F15E}"/>
                                    </a:ext>
                                  </a:extLst>
                                </p:cNvPr>
                                <p:cNvGrpSpPr/>
                                <p:nvPr/>
                              </p:nvGrpSpPr>
                              <p:grpSpPr>
                                <a:xfrm>
                                  <a:off x="0" y="500646"/>
                                  <a:ext cx="6858000" cy="4108744"/>
                                  <a:chOff x="0" y="510478"/>
                                  <a:chExt cx="6858000" cy="4108744"/>
                                </a:xfrm>
                              </p:grpSpPr>
                              <p:pic>
                                <p:nvPicPr>
                                  <p:cNvPr id="4" name="Imagen 3">
                                    <a:extLst>
                                      <a:ext uri="{FF2B5EF4-FFF2-40B4-BE49-F238E27FC236}">
                                        <a16:creationId xmlns:a16="http://schemas.microsoft.com/office/drawing/2014/main" id="{776432E4-7593-4BE1-6B07-FD6BE46D8A3F}"/>
                                      </a:ext>
                                    </a:extLst>
                                  </p:cNvPr>
                                  <p:cNvPicPr>
                                    <a:picLocks noChangeAspect="1"/>
                                  </p:cNvPicPr>
                                  <p:nvPr/>
                                </p:nvPicPr>
                                <p:blipFill>
                                  <a:blip r:embed="rId3"/>
                                  <a:stretch>
                                    <a:fillRect/>
                                  </a:stretch>
                                </p:blipFill>
                                <p:spPr>
                                  <a:xfrm>
                                    <a:off x="0" y="736620"/>
                                    <a:ext cx="6858000" cy="3614954"/>
                                  </a:xfrm>
                                  <a:prstGeom prst="rect">
                                    <a:avLst/>
                                  </a:prstGeom>
                                </p:spPr>
                              </p:pic>
                              <p:grpSp>
                                <p:nvGrpSpPr>
                                  <p:cNvPr id="12" name="Grupo 11">
                                    <a:extLst>
                                      <a:ext uri="{FF2B5EF4-FFF2-40B4-BE49-F238E27FC236}">
                                        <a16:creationId xmlns:a16="http://schemas.microsoft.com/office/drawing/2014/main" id="{B61DB1A0-FCA8-C1CC-7621-9DB8710C1BBA}"/>
                                      </a:ext>
                                    </a:extLst>
                                  </p:cNvPr>
                                  <p:cNvGrpSpPr/>
                                  <p:nvPr/>
                                </p:nvGrpSpPr>
                                <p:grpSpPr>
                                  <a:xfrm>
                                    <a:off x="1184787" y="510478"/>
                                    <a:ext cx="4704736" cy="4108744"/>
                                    <a:chOff x="1184787" y="510478"/>
                                    <a:chExt cx="4704736" cy="4108744"/>
                                  </a:xfrm>
                                </p:grpSpPr>
                                <p:sp>
                                  <p:nvSpPr>
                                    <p:cNvPr id="6" name="CuadroTexto 5">
                                      <a:extLst>
                                        <a:ext uri="{FF2B5EF4-FFF2-40B4-BE49-F238E27FC236}">
                                          <a16:creationId xmlns:a16="http://schemas.microsoft.com/office/drawing/2014/main" id="{B5E5A110-C395-7B53-C27B-C8D2D3403B4C}"/>
                                        </a:ext>
                                      </a:extLst>
                                    </p:cNvPr>
                                    <p:cNvSpPr txBox="1"/>
                                    <p:nvPr/>
                                  </p:nvSpPr>
                                  <p:spPr>
                                    <a:xfrm>
                                      <a:off x="3180735" y="913600"/>
                                      <a:ext cx="373626" cy="307777"/>
                                    </a:xfrm>
                                    <a:prstGeom prst="rect">
                                      <a:avLst/>
                                    </a:prstGeom>
                                    <a:noFill/>
                                  </p:spPr>
                                  <p:txBody>
                                    <a:bodyPr wrap="square" rtlCol="0">
                                      <a:spAutoFit/>
                                    </a:bodyPr>
                                    <a:lstStyle/>
                                    <a:p>
                                      <a:r>
                                        <a:rPr lang="es-ES" sz="1400" b="1" dirty="0">
                                          <a:latin typeface="Calibri" panose="020F0502020204030204" pitchFamily="34" charset="0"/>
                                          <a:cs typeface="Calibri" panose="020F0502020204030204" pitchFamily="34" charset="0"/>
                                        </a:rPr>
                                        <a:t>A</a:t>
                                      </a:r>
                                    </a:p>
                                  </p:txBody>
                                </p:sp>
                                <p:sp>
                                  <p:nvSpPr>
                                    <p:cNvPr id="8" name="CuadroTexto 7">
                                      <a:extLst>
                                        <a:ext uri="{FF2B5EF4-FFF2-40B4-BE49-F238E27FC236}">
                                          <a16:creationId xmlns:a16="http://schemas.microsoft.com/office/drawing/2014/main" id="{829C9795-26E8-8F1C-61CF-B84DCA8C7E6B}"/>
                                        </a:ext>
                                      </a:extLst>
                                    </p:cNvPr>
                                    <p:cNvSpPr txBox="1"/>
                                    <p:nvPr/>
                                  </p:nvSpPr>
                                  <p:spPr>
                                    <a:xfrm>
                                      <a:off x="4208205" y="913600"/>
                                      <a:ext cx="373626" cy="307777"/>
                                    </a:xfrm>
                                    <a:prstGeom prst="rect">
                                      <a:avLst/>
                                    </a:prstGeom>
                                    <a:noFill/>
                                  </p:spPr>
                                  <p:txBody>
                                    <a:bodyPr wrap="square" rtlCol="0">
                                      <a:spAutoFit/>
                                    </a:bodyPr>
                                    <a:lstStyle/>
                                    <a:p>
                                      <a:r>
                                        <a:rPr lang="es-ES" sz="1400" b="1" dirty="0">
                                          <a:latin typeface="Calibri" panose="020F0502020204030204" pitchFamily="34" charset="0"/>
                                          <a:cs typeface="Calibri" panose="020F0502020204030204" pitchFamily="34" charset="0"/>
                                        </a:rPr>
                                        <a:t>B</a:t>
                                      </a:r>
                                    </a:p>
                                  </p:txBody>
                                </p:sp>
                                <p:sp>
                                  <p:nvSpPr>
                                    <p:cNvPr id="9" name="CuadroTexto 8">
                                      <a:extLst>
                                        <a:ext uri="{FF2B5EF4-FFF2-40B4-BE49-F238E27FC236}">
                                          <a16:creationId xmlns:a16="http://schemas.microsoft.com/office/drawing/2014/main" id="{53178ADB-4FF9-04BA-681A-DF2D3868B691}"/>
                                        </a:ext>
                                      </a:extLst>
                                    </p:cNvPr>
                                    <p:cNvSpPr txBox="1"/>
                                    <p:nvPr/>
                                  </p:nvSpPr>
                                  <p:spPr>
                                    <a:xfrm>
                                      <a:off x="1184787" y="510478"/>
                                      <a:ext cx="373626" cy="307777"/>
                                    </a:xfrm>
                                    <a:prstGeom prst="rect">
                                      <a:avLst/>
                                    </a:prstGeom>
                                    <a:noFill/>
                                  </p:spPr>
                                  <p:txBody>
                                    <a:bodyPr wrap="square" rtlCol="0">
                                      <a:spAutoFit/>
                                    </a:bodyPr>
                                    <a:lstStyle/>
                                    <a:p>
                                      <a:r>
                                        <a:rPr lang="es-ES" sz="1400" b="1" dirty="0">
                                          <a:latin typeface="Calibri" panose="020F0502020204030204" pitchFamily="34" charset="0"/>
                                          <a:cs typeface="Calibri" panose="020F0502020204030204" pitchFamily="34" charset="0"/>
                                        </a:rPr>
                                        <a:t>C</a:t>
                                      </a:r>
                                    </a:p>
                                  </p:txBody>
                                </p:sp>
                                <p:sp>
                                  <p:nvSpPr>
                                    <p:cNvPr id="10" name="CuadroTexto 9">
                                      <a:extLst>
                                        <a:ext uri="{FF2B5EF4-FFF2-40B4-BE49-F238E27FC236}">
                                          <a16:creationId xmlns:a16="http://schemas.microsoft.com/office/drawing/2014/main" id="{A1420EB1-B84E-63DF-A7D1-078CC59C1141}"/>
                                        </a:ext>
                                      </a:extLst>
                                    </p:cNvPr>
                                    <p:cNvSpPr txBox="1"/>
                                    <p:nvPr/>
                                  </p:nvSpPr>
                                  <p:spPr>
                                    <a:xfrm>
                                      <a:off x="1184787" y="3234014"/>
                                      <a:ext cx="373626" cy="307777"/>
                                    </a:xfrm>
                                    <a:prstGeom prst="rect">
                                      <a:avLst/>
                                    </a:prstGeom>
                                    <a:noFill/>
                                  </p:spPr>
                                  <p:txBody>
                                    <a:bodyPr wrap="square" rtlCol="0">
                                      <a:spAutoFit/>
                                    </a:bodyPr>
                                    <a:lstStyle/>
                                    <a:p>
                                      <a:r>
                                        <a:rPr lang="es-ES" sz="1400" b="1" dirty="0">
                                          <a:latin typeface="Calibri" panose="020F0502020204030204" pitchFamily="34" charset="0"/>
                                          <a:cs typeface="Calibri" panose="020F0502020204030204" pitchFamily="34" charset="0"/>
                                        </a:rPr>
                                        <a:t>D</a:t>
                                      </a:r>
                                    </a:p>
                                  </p:txBody>
                                </p:sp>
                                <p:sp>
                                  <p:nvSpPr>
                                    <p:cNvPr id="11" name="CuadroTexto 10">
                                      <a:extLst>
                                        <a:ext uri="{FF2B5EF4-FFF2-40B4-BE49-F238E27FC236}">
                                          <a16:creationId xmlns:a16="http://schemas.microsoft.com/office/drawing/2014/main" id="{AC323054-9F64-5CD8-6C4B-B5DEE116AB2E}"/>
                                        </a:ext>
                                      </a:extLst>
                                    </p:cNvPr>
                                    <p:cNvSpPr txBox="1"/>
                                    <p:nvPr/>
                                  </p:nvSpPr>
                                  <p:spPr>
                                    <a:xfrm>
                                      <a:off x="5515897" y="4311445"/>
                                      <a:ext cx="373626" cy="307777"/>
                                    </a:xfrm>
                                    <a:prstGeom prst="rect">
                                      <a:avLst/>
                                    </a:prstGeom>
                                    <a:noFill/>
                                  </p:spPr>
                                  <p:txBody>
                                    <a:bodyPr wrap="square" rtlCol="0">
                                      <a:spAutoFit/>
                                    </a:bodyPr>
                                    <a:lstStyle/>
                                    <a:p>
                                      <a:r>
                                        <a:rPr lang="es-ES" sz="1400" b="1" dirty="0">
                                          <a:latin typeface="Calibri" panose="020F0502020204030204" pitchFamily="34" charset="0"/>
                                          <a:cs typeface="Calibri" panose="020F0502020204030204" pitchFamily="34" charset="0"/>
                                        </a:rPr>
                                        <a:t>E</a:t>
                                      </a:r>
                                    </a:p>
                                  </p:txBody>
                                </p:sp>
                              </p:grpSp>
                            </p:grpSp>
                            <p:sp>
                              <p:nvSpPr>
                                <p:cNvPr id="3" name="Rectángulo 2">
                                  <a:extLst>
                                    <a:ext uri="{FF2B5EF4-FFF2-40B4-BE49-F238E27FC236}">
                                      <a16:creationId xmlns:a16="http://schemas.microsoft.com/office/drawing/2014/main" id="{5CF91564-2696-1592-8F7B-BAEE2A80B23B}"/>
                                    </a:ext>
                                  </a:extLst>
                                </p:cNvPr>
                                <p:cNvSpPr/>
                                <p:nvPr/>
                              </p:nvSpPr>
                              <p:spPr>
                                <a:xfrm>
                                  <a:off x="4445000" y="1211545"/>
                                  <a:ext cx="1070897" cy="1588805"/>
                                </a:xfrm>
                                <a:prstGeom prst="rect">
                                  <a:avLst/>
                                </a:prstGeom>
                                <a:solidFill>
                                  <a:schemeClr val="bg1"/>
                                </a:solidFill>
                                <a:ln>
                                  <a:solidFill>
                                    <a:schemeClr val="bg1"/>
                                  </a:solidFill>
                                </a:ln>
                              </p:spPr>
                              <p:style>
                                <a:lnRef idx="2">
                                  <a:schemeClr val="accent1">
                                    <a:shade val="15000"/>
                                  </a:schemeClr>
                                </a:lnRef>
                                <a:fillRef idx="1">
                                  <a:schemeClr val="accent1"/>
                                </a:fillRef>
                                <a:effectRef idx="0">
                                  <a:schemeClr val="accent1"/>
                                </a:effectRef>
                                <a:fontRef idx="minor">
                                  <a:schemeClr val="lt1"/>
                                </a:fontRef>
                              </p:style>
                              <p:txBody>
                                <a:bodyPr rtlCol="0" anchor="ctr"/>
                                <a:lstStyle/>
                                <a:p>
                                  <a:pPr algn="ctr"/>
                                  <a:endParaRPr lang="es-ES" dirty="0"/>
                                </a:p>
                              </p:txBody>
                            </p:sp>
                          </p:grpSp>
                          <p:sp>
                            <p:nvSpPr>
                              <p:cNvPr id="17" name="CuadroTexto 16">
                                <a:extLst>
                                  <a:ext uri="{FF2B5EF4-FFF2-40B4-BE49-F238E27FC236}">
                                    <a16:creationId xmlns:a16="http://schemas.microsoft.com/office/drawing/2014/main" id="{48E5B670-C70F-E2C6-CE9F-8E9017242B6C}"/>
                                  </a:ext>
                                </a:extLst>
                              </p:cNvPr>
                              <p:cNvSpPr txBox="1"/>
                              <p:nvPr/>
                            </p:nvSpPr>
                            <p:spPr>
                              <a:xfrm>
                                <a:off x="4375147" y="1305925"/>
                                <a:ext cx="2240732" cy="215444"/>
                              </a:xfrm>
                              <a:prstGeom prst="rect">
                                <a:avLst/>
                              </a:prstGeom>
                              <a:noFill/>
                            </p:spPr>
                            <p:txBody>
                              <a:bodyPr wrap="square" rtlCol="0">
                                <a:spAutoFit/>
                              </a:bodyPr>
                              <a:lstStyle/>
                              <a:p>
                                <a:r>
                                  <a:rPr lang="es-ES" sz="800" b="1" dirty="0">
                                    <a:latin typeface="Arial" panose="020B0604020202020204" pitchFamily="34" charset="0"/>
                                    <a:cs typeface="Arial" panose="020B0604020202020204" pitchFamily="34" charset="0"/>
                                  </a:rPr>
                                  <a:t>Proteínas BBS (</a:t>
                                </a:r>
                                <a:r>
                                  <a:rPr lang="es-ES" sz="800" b="1" dirty="0" err="1">
                                    <a:latin typeface="Arial" panose="020B0604020202020204" pitchFamily="34" charset="0"/>
                                    <a:cs typeface="Arial" panose="020B0604020202020204" pitchFamily="34" charset="0"/>
                                  </a:rPr>
                                  <a:t>BBSoma</a:t>
                                </a:r>
                                <a:r>
                                  <a:rPr lang="es-ES" sz="800" b="1" dirty="0">
                                    <a:latin typeface="Arial" panose="020B0604020202020204" pitchFamily="34" charset="0"/>
                                    <a:cs typeface="Arial" panose="020B0604020202020204" pitchFamily="34" charset="0"/>
                                  </a:rPr>
                                  <a:t>)</a:t>
                                </a:r>
                              </a:p>
                            </p:txBody>
                          </p:sp>
                        </p:grpSp>
                        <p:sp>
                          <p:nvSpPr>
                            <p:cNvPr id="19" name="CuadroTexto 18">
                              <a:extLst>
                                <a:ext uri="{FF2B5EF4-FFF2-40B4-BE49-F238E27FC236}">
                                  <a16:creationId xmlns:a16="http://schemas.microsoft.com/office/drawing/2014/main" id="{741ED219-2160-F025-7EB4-2786661F476B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4395018" y="1459813"/>
                              <a:ext cx="465599" cy="215444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r>
                                <a:rPr lang="es-ES" sz="800" b="1" dirty="0">
                                  <a:latin typeface="Arial" panose="020B0604020202020204" pitchFamily="34" charset="0"/>
                                  <a:cs typeface="Arial" panose="020B0604020202020204" pitchFamily="34" charset="0"/>
                                </a:rPr>
                                <a:t>IFT-A</a:t>
                              </a:r>
                            </a:p>
                          </p:txBody>
                        </p:sp>
                        <p:sp>
                          <p:nvSpPr>
                            <p:cNvPr id="32" name="CuadroTexto 31">
                              <a:extLst>
                                <a:ext uri="{FF2B5EF4-FFF2-40B4-BE49-F238E27FC236}">
                                  <a16:creationId xmlns:a16="http://schemas.microsoft.com/office/drawing/2014/main" id="{9BF23779-4115-9DB6-EFD2-467AE8BA24E2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4395018" y="1607819"/>
                              <a:ext cx="465599" cy="215444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r>
                                <a:rPr lang="es-ES" sz="800" b="1" dirty="0">
                                  <a:latin typeface="Arial" panose="020B0604020202020204" pitchFamily="34" charset="0"/>
                                  <a:cs typeface="Arial" panose="020B0604020202020204" pitchFamily="34" charset="0"/>
                                </a:rPr>
                                <a:t>IFT-B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34" name="CuadroTexto 33">
                            <a:extLst>
                              <a:ext uri="{FF2B5EF4-FFF2-40B4-BE49-F238E27FC236}">
                                <a16:creationId xmlns:a16="http://schemas.microsoft.com/office/drawing/2014/main" id="{DDDF16F6-C712-2D25-4CEC-4EC89B23917D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4313695" y="2059422"/>
                            <a:ext cx="794470" cy="215444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square" rtlCol="0">
                            <a:spAutoFit/>
                          </a:bodyPr>
                          <a:lstStyle/>
                          <a:p>
                            <a:r>
                              <a:rPr lang="es-ES" sz="800" b="1" dirty="0" err="1"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a:t>Cinesina</a:t>
                            </a:r>
                            <a:r>
                              <a:rPr lang="es-ES" sz="800" b="1" dirty="0"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a:t> II</a:t>
                            </a:r>
                          </a:p>
                        </p:txBody>
                      </p:sp>
                      <p:sp>
                        <p:nvSpPr>
                          <p:cNvPr id="35" name="CuadroTexto 34">
                            <a:extLst>
                              <a:ext uri="{FF2B5EF4-FFF2-40B4-BE49-F238E27FC236}">
                                <a16:creationId xmlns:a16="http://schemas.microsoft.com/office/drawing/2014/main" id="{2FFCB0F3-5915-096C-939E-50DD81F7EADC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4333566" y="2333684"/>
                            <a:ext cx="1077452" cy="215444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square" rtlCol="0">
                            <a:spAutoFit/>
                          </a:bodyPr>
                          <a:lstStyle/>
                          <a:p>
                            <a:r>
                              <a:rPr lang="es-ES" sz="800" b="1" dirty="0">
                                <a:latin typeface="Arial" panose="020B0604020202020204" pitchFamily="34" charset="0"/>
                                <a:cs typeface="Arial" panose="020B0604020202020204" pitchFamily="34" charset="0"/>
                              </a:rPr>
                              <a:t>OSM-3/KIF17</a:t>
                            </a:r>
                          </a:p>
                        </p:txBody>
                      </p:sp>
                    </p:grpSp>
                    <p:sp>
                      <p:nvSpPr>
                        <p:cNvPr id="37" name="CuadroTexto 36">
                          <a:extLst>
                            <a:ext uri="{FF2B5EF4-FFF2-40B4-BE49-F238E27FC236}">
                              <a16:creationId xmlns:a16="http://schemas.microsoft.com/office/drawing/2014/main" id="{94260981-377A-4AD6-13F4-497D6C1E7116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4333566" y="1834740"/>
                          <a:ext cx="794470" cy="215444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:r>
                            <a:rPr lang="es-ES" sz="800" b="1" dirty="0"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Dineína</a:t>
                          </a:r>
                        </a:p>
                      </p:txBody>
                    </p:sp>
                  </p:grpSp>
                  <p:sp>
                    <p:nvSpPr>
                      <p:cNvPr id="39" name="CuadroTexto 38">
                        <a:extLst>
                          <a:ext uri="{FF2B5EF4-FFF2-40B4-BE49-F238E27FC236}">
                            <a16:creationId xmlns:a16="http://schemas.microsoft.com/office/drawing/2014/main" id="{949C0EE0-767B-796C-AF8E-7B46F3D1A191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4460566" y="2246093"/>
                        <a:ext cx="1077452" cy="215444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r>
                          <a:rPr lang="es-ES" sz="800" b="1" dirty="0">
                            <a:latin typeface="Arial" panose="020B0604020202020204" pitchFamily="34" charset="0"/>
                            <a:cs typeface="Arial" panose="020B0604020202020204" pitchFamily="34" charset="0"/>
                          </a:rPr>
                          <a:t>Conectores en Y</a:t>
                        </a:r>
                      </a:p>
                    </p:txBody>
                  </p:sp>
                </p:grpSp>
                <p:sp>
                  <p:nvSpPr>
                    <p:cNvPr id="41" name="CuadroTexto 40">
                      <a:extLst>
                        <a:ext uri="{FF2B5EF4-FFF2-40B4-BE49-F238E27FC236}">
                          <a16:creationId xmlns:a16="http://schemas.microsoft.com/office/drawing/2014/main" id="{E8EC88F6-8DC1-FF33-A41F-594F71A69B1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696439" y="2529016"/>
                      <a:ext cx="1077452" cy="215444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s-ES" sz="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Bolsillo Ciliar</a:t>
                      </a:r>
                    </a:p>
                  </p:txBody>
                </p:sp>
              </p:grpSp>
              <p:sp>
                <p:nvSpPr>
                  <p:cNvPr id="43" name="CuadroTexto 42">
                    <a:extLst>
                      <a:ext uri="{FF2B5EF4-FFF2-40B4-BE49-F238E27FC236}">
                        <a16:creationId xmlns:a16="http://schemas.microsoft.com/office/drawing/2014/main" id="{6ADC6232-95D6-883B-4A1E-45CEAF6E9E98}"/>
                      </a:ext>
                    </a:extLst>
                  </p:cNvPr>
                  <p:cNvSpPr txBox="1"/>
                  <p:nvPr/>
                </p:nvSpPr>
                <p:spPr>
                  <a:xfrm>
                    <a:off x="2317749" y="1107894"/>
                    <a:ext cx="609601" cy="200055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s-ES" sz="700" b="1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Axonema</a:t>
                    </a:r>
                  </a:p>
                </p:txBody>
              </p:sp>
            </p:grpSp>
            <p:sp>
              <p:nvSpPr>
                <p:cNvPr id="45" name="CuadroTexto 44">
                  <a:extLst>
                    <a:ext uri="{FF2B5EF4-FFF2-40B4-BE49-F238E27FC236}">
                      <a16:creationId xmlns:a16="http://schemas.microsoft.com/office/drawing/2014/main" id="{9085B62F-5B35-3157-D7AA-B8E01924061C}"/>
                    </a:ext>
                  </a:extLst>
                </p:cNvPr>
                <p:cNvSpPr txBox="1"/>
                <p:nvPr/>
              </p:nvSpPr>
              <p:spPr>
                <a:xfrm>
                  <a:off x="2094733" y="1336486"/>
                  <a:ext cx="660401" cy="307777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s-ES" sz="7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Membrana </a:t>
                  </a:r>
                </a:p>
                <a:p>
                  <a:pPr algn="ctr"/>
                  <a:r>
                    <a:rPr lang="es-ES" sz="7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Ciliar</a:t>
                  </a:r>
                </a:p>
              </p:txBody>
            </p:sp>
          </p:grpSp>
          <p:sp>
            <p:nvSpPr>
              <p:cNvPr id="49" name="CuadroTexto 48">
                <a:extLst>
                  <a:ext uri="{FF2B5EF4-FFF2-40B4-BE49-F238E27FC236}">
                    <a16:creationId xmlns:a16="http://schemas.microsoft.com/office/drawing/2014/main" id="{A9845D7C-34AD-E598-E675-3DFD5B754A3C}"/>
                  </a:ext>
                </a:extLst>
              </p:cNvPr>
              <p:cNvSpPr txBox="1"/>
              <p:nvPr/>
            </p:nvSpPr>
            <p:spPr>
              <a:xfrm>
                <a:off x="1676098" y="3297976"/>
                <a:ext cx="991623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7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Material pericentriolar</a:t>
                </a:r>
              </a:p>
            </p:txBody>
          </p:sp>
        </p:grpSp>
        <p:sp>
          <p:nvSpPr>
            <p:cNvPr id="52" name="CuadroTexto 51">
              <a:extLst>
                <a:ext uri="{FF2B5EF4-FFF2-40B4-BE49-F238E27FC236}">
                  <a16:creationId xmlns:a16="http://schemas.microsoft.com/office/drawing/2014/main" id="{23FBE1E0-A90F-98AD-79A6-1D8174473221}"/>
                </a:ext>
              </a:extLst>
            </p:cNvPr>
            <p:cNvSpPr txBox="1"/>
            <p:nvPr/>
          </p:nvSpPr>
          <p:spPr>
            <a:xfrm rot="16200000">
              <a:off x="2276836" y="2027900"/>
              <a:ext cx="863600" cy="21544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es-ES" sz="800" b="1" dirty="0">
                  <a:latin typeface="Arial" panose="020B0604020202020204" pitchFamily="34" charset="0"/>
                  <a:cs typeface="Arial" panose="020B0604020202020204" pitchFamily="34" charset="0"/>
                </a:rPr>
                <a:t>Anterógrado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109714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120EC5D2-99A0-37A9-9CF8-04654CE4F1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334" y="532990"/>
            <a:ext cx="5365818" cy="5376197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39E06198-5594-047F-A73A-73F457A7C7A9}"/>
              </a:ext>
            </a:extLst>
          </p:cNvPr>
          <p:cNvSpPr txBox="1"/>
          <p:nvPr/>
        </p:nvSpPr>
        <p:spPr>
          <a:xfrm>
            <a:off x="907025" y="6145162"/>
            <a:ext cx="50439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Figura 3. Adaptado de (</a:t>
            </a:r>
            <a:r>
              <a:rPr lang="es-ES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Aptos" panose="020B0004020202020204" pitchFamily="34" charset="0"/>
              </a:rPr>
              <a:t>Pedersen et al., 2008)</a:t>
            </a:r>
            <a:r>
              <a:rPr lang="es-ES" dirty="0">
                <a:effectLst/>
              </a:rPr>
              <a:t>  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609049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D001AC6A-D23E-05A6-5932-BB33A8305E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63123"/>
            <a:ext cx="6858000" cy="3397921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C6B99447-8F2C-7EFD-64EF-B7B30D6C8E5E}"/>
              </a:ext>
            </a:extLst>
          </p:cNvPr>
          <p:cNvSpPr txBox="1"/>
          <p:nvPr/>
        </p:nvSpPr>
        <p:spPr>
          <a:xfrm>
            <a:off x="764457" y="4768334"/>
            <a:ext cx="54691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Figura 3. Adaptado de (</a:t>
            </a:r>
            <a:r>
              <a:rPr lang="es-ES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Aptos" panose="020B0004020202020204" pitchFamily="34" charset="0"/>
              </a:rPr>
              <a:t>(Andreu-Cervera et al., 2021</a:t>
            </a:r>
            <a:r>
              <a:rPr lang="es-ES" dirty="0">
                <a:effectLst/>
              </a:rPr>
              <a:t>  </a:t>
            </a:r>
            <a:r>
              <a:rPr lang="es-E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544077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68AD919B-B493-65AB-67FA-7D158FD47C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78741"/>
            <a:ext cx="6858000" cy="3574259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0D952A9C-1370-B403-22E2-E400297CD776}"/>
              </a:ext>
            </a:extLst>
          </p:cNvPr>
          <p:cNvSpPr txBox="1"/>
          <p:nvPr/>
        </p:nvSpPr>
        <p:spPr>
          <a:xfrm>
            <a:off x="1356852" y="5191432"/>
            <a:ext cx="45818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Figura 4. Adaptado de (</a:t>
            </a:r>
            <a:r>
              <a:rPr lang="es-ES" sz="1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Aptos" panose="020B0004020202020204" pitchFamily="34" charset="0"/>
              </a:rPr>
              <a:t>Turan et al., 2023</a:t>
            </a:r>
            <a:r>
              <a:rPr lang="es-ES" dirty="0">
                <a:effectLst/>
              </a:rPr>
              <a:t> </a:t>
            </a:r>
            <a:r>
              <a:rPr lang="es-E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1953937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Diagrama&#10;&#10;El contenido generado por IA puede ser incorrecto.">
            <a:extLst>
              <a:ext uri="{FF2B5EF4-FFF2-40B4-BE49-F238E27FC236}">
                <a16:creationId xmlns:a16="http://schemas.microsoft.com/office/drawing/2014/main" id="{AA1F8D9D-F8C4-6C87-1AF1-53D9C1CCC3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599" y="1281661"/>
            <a:ext cx="6543675" cy="2698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82971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upo 8">
            <a:extLst>
              <a:ext uri="{FF2B5EF4-FFF2-40B4-BE49-F238E27FC236}">
                <a16:creationId xmlns:a16="http://schemas.microsoft.com/office/drawing/2014/main" id="{8919597B-61B1-AD56-9DB9-2B44C76A93E5}"/>
              </a:ext>
            </a:extLst>
          </p:cNvPr>
          <p:cNvGrpSpPr/>
          <p:nvPr/>
        </p:nvGrpSpPr>
        <p:grpSpPr>
          <a:xfrm>
            <a:off x="442495" y="1348065"/>
            <a:ext cx="5973009" cy="5772956"/>
            <a:chOff x="442495" y="1348065"/>
            <a:chExt cx="5973009" cy="5772956"/>
          </a:xfrm>
        </p:grpSpPr>
        <p:grpSp>
          <p:nvGrpSpPr>
            <p:cNvPr id="7" name="Grupo 6">
              <a:extLst>
                <a:ext uri="{FF2B5EF4-FFF2-40B4-BE49-F238E27FC236}">
                  <a16:creationId xmlns:a16="http://schemas.microsoft.com/office/drawing/2014/main" id="{AFB43739-48E5-F748-DFEE-FA0BC1080B84}"/>
                </a:ext>
              </a:extLst>
            </p:cNvPr>
            <p:cNvGrpSpPr/>
            <p:nvPr/>
          </p:nvGrpSpPr>
          <p:grpSpPr>
            <a:xfrm>
              <a:off x="442495" y="1348065"/>
              <a:ext cx="5973009" cy="5772956"/>
              <a:chOff x="442495" y="1348065"/>
              <a:chExt cx="5973009" cy="5772956"/>
            </a:xfrm>
          </p:grpSpPr>
          <p:grpSp>
            <p:nvGrpSpPr>
              <p:cNvPr id="14" name="Grupo 13">
                <a:extLst>
                  <a:ext uri="{FF2B5EF4-FFF2-40B4-BE49-F238E27FC236}">
                    <a16:creationId xmlns:a16="http://schemas.microsoft.com/office/drawing/2014/main" id="{C359D70E-7387-00FB-1607-83EBD314FC3E}"/>
                  </a:ext>
                </a:extLst>
              </p:cNvPr>
              <p:cNvGrpSpPr/>
              <p:nvPr/>
            </p:nvGrpSpPr>
            <p:grpSpPr>
              <a:xfrm>
                <a:off x="442495" y="1348065"/>
                <a:ext cx="5973009" cy="5772956"/>
                <a:chOff x="442495" y="1348065"/>
                <a:chExt cx="5973009" cy="5772956"/>
              </a:xfrm>
            </p:grpSpPr>
            <p:pic>
              <p:nvPicPr>
                <p:cNvPr id="3" name="Imagen 2" descr="Gráfico, Gráfico de barras&#10;&#10;El contenido generado por IA puede ser incorrecto.">
                  <a:extLst>
                    <a:ext uri="{FF2B5EF4-FFF2-40B4-BE49-F238E27FC236}">
                      <a16:creationId xmlns:a16="http://schemas.microsoft.com/office/drawing/2014/main" id="{F400F7BE-0FE0-5648-399C-0A8F1D2AAF1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442495" y="1348065"/>
                  <a:ext cx="5973009" cy="5772956"/>
                </a:xfrm>
                <a:prstGeom prst="rect">
                  <a:avLst/>
                </a:prstGeom>
              </p:spPr>
            </p:pic>
            <p:sp>
              <p:nvSpPr>
                <p:cNvPr id="4" name="CuadroTexto 3">
                  <a:extLst>
                    <a:ext uri="{FF2B5EF4-FFF2-40B4-BE49-F238E27FC236}">
                      <a16:creationId xmlns:a16="http://schemas.microsoft.com/office/drawing/2014/main" id="{A418AB01-CCC0-05F5-C66A-58995D3840D9}"/>
                    </a:ext>
                  </a:extLst>
                </p:cNvPr>
                <p:cNvSpPr txBox="1"/>
                <p:nvPr/>
              </p:nvSpPr>
              <p:spPr>
                <a:xfrm>
                  <a:off x="442495" y="1572118"/>
                  <a:ext cx="373626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s-ES" sz="1400" b="1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A</a:t>
                  </a:r>
                </a:p>
              </p:txBody>
            </p:sp>
            <p:sp>
              <p:nvSpPr>
                <p:cNvPr id="11" name="CuadroTexto 10">
                  <a:extLst>
                    <a:ext uri="{FF2B5EF4-FFF2-40B4-BE49-F238E27FC236}">
                      <a16:creationId xmlns:a16="http://schemas.microsoft.com/office/drawing/2014/main" id="{A0BEC1E9-6FEA-B8A4-1C26-3FA2A8DD1257}"/>
                    </a:ext>
                  </a:extLst>
                </p:cNvPr>
                <p:cNvSpPr txBox="1"/>
                <p:nvPr/>
              </p:nvSpPr>
              <p:spPr>
                <a:xfrm>
                  <a:off x="3487781" y="1572118"/>
                  <a:ext cx="373626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s-ES" sz="1400" b="1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B</a:t>
                  </a:r>
                </a:p>
              </p:txBody>
            </p:sp>
            <p:sp>
              <p:nvSpPr>
                <p:cNvPr id="12" name="CuadroTexto 11">
                  <a:extLst>
                    <a:ext uri="{FF2B5EF4-FFF2-40B4-BE49-F238E27FC236}">
                      <a16:creationId xmlns:a16="http://schemas.microsoft.com/office/drawing/2014/main" id="{F21BD393-761C-F6DF-0040-222F3000A7E9}"/>
                    </a:ext>
                  </a:extLst>
                </p:cNvPr>
                <p:cNvSpPr txBox="1"/>
                <p:nvPr/>
              </p:nvSpPr>
              <p:spPr>
                <a:xfrm>
                  <a:off x="442495" y="4346568"/>
                  <a:ext cx="373626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s-ES" sz="1400" b="1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C</a:t>
                  </a:r>
                </a:p>
              </p:txBody>
            </p:sp>
            <p:sp>
              <p:nvSpPr>
                <p:cNvPr id="13" name="CuadroTexto 12">
                  <a:extLst>
                    <a:ext uri="{FF2B5EF4-FFF2-40B4-BE49-F238E27FC236}">
                      <a16:creationId xmlns:a16="http://schemas.microsoft.com/office/drawing/2014/main" id="{8276683F-F81F-33CF-AA7C-57BA063BC9AA}"/>
                    </a:ext>
                  </a:extLst>
                </p:cNvPr>
                <p:cNvSpPr txBox="1"/>
                <p:nvPr/>
              </p:nvSpPr>
              <p:spPr>
                <a:xfrm>
                  <a:off x="3559626" y="4346569"/>
                  <a:ext cx="373626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s-ES" sz="1400" b="1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D</a:t>
                  </a:r>
                </a:p>
              </p:txBody>
            </p:sp>
          </p:grpSp>
          <p:sp>
            <p:nvSpPr>
              <p:cNvPr id="5" name="Rectángulo 4">
                <a:extLst>
                  <a:ext uri="{FF2B5EF4-FFF2-40B4-BE49-F238E27FC236}">
                    <a16:creationId xmlns:a16="http://schemas.microsoft.com/office/drawing/2014/main" id="{20FF07D8-1369-AA2D-F079-2C86E8A18C84}"/>
                  </a:ext>
                </a:extLst>
              </p:cNvPr>
              <p:cNvSpPr/>
              <p:nvPr/>
            </p:nvSpPr>
            <p:spPr>
              <a:xfrm>
                <a:off x="3962400" y="3857625"/>
                <a:ext cx="1771650" cy="16192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6" name="Rectángulo 5">
                <a:extLst>
                  <a:ext uri="{FF2B5EF4-FFF2-40B4-BE49-F238E27FC236}">
                    <a16:creationId xmlns:a16="http://schemas.microsoft.com/office/drawing/2014/main" id="{94D7F3A4-E9E7-C631-2ED6-BAD2CB8D5591}"/>
                  </a:ext>
                </a:extLst>
              </p:cNvPr>
              <p:cNvSpPr/>
              <p:nvPr/>
            </p:nvSpPr>
            <p:spPr>
              <a:xfrm>
                <a:off x="3861407" y="6752947"/>
                <a:ext cx="1771650" cy="16192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</p:grpSp>
        <p:sp>
          <p:nvSpPr>
            <p:cNvPr id="2" name="CuadroTexto 1">
              <a:extLst>
                <a:ext uri="{FF2B5EF4-FFF2-40B4-BE49-F238E27FC236}">
                  <a16:creationId xmlns:a16="http://schemas.microsoft.com/office/drawing/2014/main" id="{2E51CEED-5F7D-7682-6EA0-3644C68C42AD}"/>
                </a:ext>
              </a:extLst>
            </p:cNvPr>
            <p:cNvSpPr txBox="1"/>
            <p:nvPr/>
          </p:nvSpPr>
          <p:spPr>
            <a:xfrm>
              <a:off x="4041606" y="3807782"/>
              <a:ext cx="182880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050" dirty="0"/>
                <a:t>Móvil Primaria Secundaria</a:t>
              </a:r>
            </a:p>
          </p:txBody>
        </p:sp>
        <p:sp>
          <p:nvSpPr>
            <p:cNvPr id="8" name="CuadroTexto 7">
              <a:extLst>
                <a:ext uri="{FF2B5EF4-FFF2-40B4-BE49-F238E27FC236}">
                  <a16:creationId xmlns:a16="http://schemas.microsoft.com/office/drawing/2014/main" id="{C207CEAB-0707-D591-2F10-712C6C096F0D}"/>
                </a:ext>
              </a:extLst>
            </p:cNvPr>
            <p:cNvSpPr txBox="1"/>
            <p:nvPr/>
          </p:nvSpPr>
          <p:spPr>
            <a:xfrm>
              <a:off x="4041606" y="6668230"/>
              <a:ext cx="182880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050" dirty="0"/>
                <a:t>Móvil Primaria Secundaria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221357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 descr="Diagrama&#10;&#10;El contenido generado por IA puede ser incorrecto.">
            <a:extLst>
              <a:ext uri="{FF2B5EF4-FFF2-40B4-BE49-F238E27FC236}">
                <a16:creationId xmlns:a16="http://schemas.microsoft.com/office/drawing/2014/main" id="{FABA5D6D-18E9-5316-473A-056447C989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495" y="2066522"/>
            <a:ext cx="5973009" cy="5772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33259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rupo 53">
            <a:extLst>
              <a:ext uri="{FF2B5EF4-FFF2-40B4-BE49-F238E27FC236}">
                <a16:creationId xmlns:a16="http://schemas.microsoft.com/office/drawing/2014/main" id="{8624FB6A-1308-1110-9696-7E09F4EB61AD}"/>
              </a:ext>
            </a:extLst>
          </p:cNvPr>
          <p:cNvGrpSpPr/>
          <p:nvPr/>
        </p:nvGrpSpPr>
        <p:grpSpPr>
          <a:xfrm>
            <a:off x="689371" y="312334"/>
            <a:ext cx="5584034" cy="7906152"/>
            <a:chOff x="689371" y="312334"/>
            <a:chExt cx="5584034" cy="7906152"/>
          </a:xfrm>
        </p:grpSpPr>
        <p:grpSp>
          <p:nvGrpSpPr>
            <p:cNvPr id="52" name="Grupo 51">
              <a:extLst>
                <a:ext uri="{FF2B5EF4-FFF2-40B4-BE49-F238E27FC236}">
                  <a16:creationId xmlns:a16="http://schemas.microsoft.com/office/drawing/2014/main" id="{2A944DD7-48CF-7D3E-F3BE-DDAF07D12452}"/>
                </a:ext>
              </a:extLst>
            </p:cNvPr>
            <p:cNvGrpSpPr/>
            <p:nvPr/>
          </p:nvGrpSpPr>
          <p:grpSpPr>
            <a:xfrm>
              <a:off x="689371" y="312334"/>
              <a:ext cx="5584034" cy="7906152"/>
              <a:chOff x="689371" y="312334"/>
              <a:chExt cx="5584034" cy="7906152"/>
            </a:xfrm>
          </p:grpSpPr>
          <p:grpSp>
            <p:nvGrpSpPr>
              <p:cNvPr id="50" name="Grupo 49">
                <a:extLst>
                  <a:ext uri="{FF2B5EF4-FFF2-40B4-BE49-F238E27FC236}">
                    <a16:creationId xmlns:a16="http://schemas.microsoft.com/office/drawing/2014/main" id="{05E42678-2B55-4254-8879-E84F8FDCAD55}"/>
                  </a:ext>
                </a:extLst>
              </p:cNvPr>
              <p:cNvGrpSpPr/>
              <p:nvPr/>
            </p:nvGrpSpPr>
            <p:grpSpPr>
              <a:xfrm>
                <a:off x="689371" y="312334"/>
                <a:ext cx="5584034" cy="7906152"/>
                <a:chOff x="689371" y="312334"/>
                <a:chExt cx="5584034" cy="7906152"/>
              </a:xfrm>
            </p:grpSpPr>
            <p:grpSp>
              <p:nvGrpSpPr>
                <p:cNvPr id="48" name="Grupo 47">
                  <a:extLst>
                    <a:ext uri="{FF2B5EF4-FFF2-40B4-BE49-F238E27FC236}">
                      <a16:creationId xmlns:a16="http://schemas.microsoft.com/office/drawing/2014/main" id="{EB585BBA-943D-40FB-822D-4C548D3B7EC2}"/>
                    </a:ext>
                  </a:extLst>
                </p:cNvPr>
                <p:cNvGrpSpPr/>
                <p:nvPr/>
              </p:nvGrpSpPr>
              <p:grpSpPr>
                <a:xfrm>
                  <a:off x="689371" y="312334"/>
                  <a:ext cx="5584034" cy="7906152"/>
                  <a:chOff x="689371" y="312334"/>
                  <a:chExt cx="5584034" cy="7906152"/>
                </a:xfrm>
              </p:grpSpPr>
              <p:grpSp>
                <p:nvGrpSpPr>
                  <p:cNvPr id="46" name="Grupo 45">
                    <a:extLst>
                      <a:ext uri="{FF2B5EF4-FFF2-40B4-BE49-F238E27FC236}">
                        <a16:creationId xmlns:a16="http://schemas.microsoft.com/office/drawing/2014/main" id="{C1469D77-3CFC-66B1-820B-8C6FE7A332F7}"/>
                      </a:ext>
                    </a:extLst>
                  </p:cNvPr>
                  <p:cNvGrpSpPr/>
                  <p:nvPr/>
                </p:nvGrpSpPr>
                <p:grpSpPr>
                  <a:xfrm>
                    <a:off x="689371" y="312334"/>
                    <a:ext cx="5584034" cy="7906152"/>
                    <a:chOff x="689371" y="312334"/>
                    <a:chExt cx="5584034" cy="7906152"/>
                  </a:xfrm>
                </p:grpSpPr>
                <p:grpSp>
                  <p:nvGrpSpPr>
                    <p:cNvPr id="44" name="Grupo 43">
                      <a:extLst>
                        <a:ext uri="{FF2B5EF4-FFF2-40B4-BE49-F238E27FC236}">
                          <a16:creationId xmlns:a16="http://schemas.microsoft.com/office/drawing/2014/main" id="{890E5174-8AA3-BF2A-AA4D-96CB0D39777D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689371" y="312334"/>
                      <a:ext cx="5584034" cy="7906152"/>
                      <a:chOff x="689371" y="312334"/>
                      <a:chExt cx="5584034" cy="7906152"/>
                    </a:xfrm>
                  </p:grpSpPr>
                  <p:grpSp>
                    <p:nvGrpSpPr>
                      <p:cNvPr id="42" name="Grupo 41">
                        <a:extLst>
                          <a:ext uri="{FF2B5EF4-FFF2-40B4-BE49-F238E27FC236}">
                            <a16:creationId xmlns:a16="http://schemas.microsoft.com/office/drawing/2014/main" id="{4E1F687A-F092-6813-FD98-D1838BAC8F40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689371" y="312334"/>
                        <a:ext cx="5584034" cy="7906152"/>
                        <a:chOff x="689371" y="312334"/>
                        <a:chExt cx="5584034" cy="7906152"/>
                      </a:xfrm>
                    </p:grpSpPr>
                    <p:grpSp>
                      <p:nvGrpSpPr>
                        <p:cNvPr id="40" name="Grupo 39">
                          <a:extLst>
                            <a:ext uri="{FF2B5EF4-FFF2-40B4-BE49-F238E27FC236}">
                              <a16:creationId xmlns:a16="http://schemas.microsoft.com/office/drawing/2014/main" id="{B2E74C33-DF6B-8677-A081-8012474E63B9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689371" y="312334"/>
                          <a:ext cx="5584034" cy="7906152"/>
                          <a:chOff x="689371" y="312334"/>
                          <a:chExt cx="5584034" cy="7906152"/>
                        </a:xfrm>
                      </p:grpSpPr>
                      <p:grpSp>
                        <p:nvGrpSpPr>
                          <p:cNvPr id="38" name="Grupo 37">
                            <a:extLst>
                              <a:ext uri="{FF2B5EF4-FFF2-40B4-BE49-F238E27FC236}">
                                <a16:creationId xmlns:a16="http://schemas.microsoft.com/office/drawing/2014/main" id="{7BC6C299-685F-3BDC-DBD1-566319467253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689371" y="312334"/>
                            <a:ext cx="5584034" cy="7906152"/>
                            <a:chOff x="689371" y="312334"/>
                            <a:chExt cx="5584034" cy="7906152"/>
                          </a:xfrm>
                        </p:grpSpPr>
                        <p:grpSp>
                          <p:nvGrpSpPr>
                            <p:cNvPr id="36" name="Grupo 35">
                              <a:extLst>
                                <a:ext uri="{FF2B5EF4-FFF2-40B4-BE49-F238E27FC236}">
                                  <a16:creationId xmlns:a16="http://schemas.microsoft.com/office/drawing/2014/main" id="{FF66F361-DF0E-F190-BAA6-186A0125FDC3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689371" y="312334"/>
                              <a:ext cx="5584034" cy="7906152"/>
                              <a:chOff x="689371" y="312334"/>
                              <a:chExt cx="5584034" cy="7906152"/>
                            </a:xfrm>
                          </p:grpSpPr>
                          <p:grpSp>
                            <p:nvGrpSpPr>
                              <p:cNvPr id="32" name="Grupo 31">
                                <a:extLst>
                                  <a:ext uri="{FF2B5EF4-FFF2-40B4-BE49-F238E27FC236}">
                                    <a16:creationId xmlns:a16="http://schemas.microsoft.com/office/drawing/2014/main" id="{6F75876A-3076-4782-B1F6-DCB95609A285}"/>
                                  </a:ext>
                                </a:extLst>
                              </p:cNvPr>
                              <p:cNvGrpSpPr/>
                              <p:nvPr/>
                            </p:nvGrpSpPr>
                            <p:grpSpPr>
                              <a:xfrm>
                                <a:off x="689371" y="312334"/>
                                <a:ext cx="5584034" cy="7906152"/>
                                <a:chOff x="636983" y="336147"/>
                                <a:chExt cx="5584034" cy="7906152"/>
                              </a:xfrm>
                            </p:grpSpPr>
                            <p:grpSp>
                              <p:nvGrpSpPr>
                                <p:cNvPr id="30" name="Grupo 29">
                                  <a:extLst>
                                    <a:ext uri="{FF2B5EF4-FFF2-40B4-BE49-F238E27FC236}">
                                      <a16:creationId xmlns:a16="http://schemas.microsoft.com/office/drawing/2014/main" id="{67246A39-0F65-1595-1039-3B1405778488}"/>
                                    </a:ext>
                                  </a:extLst>
                                </p:cNvPr>
                                <p:cNvGrpSpPr/>
                                <p:nvPr/>
                              </p:nvGrpSpPr>
                              <p:grpSpPr>
                                <a:xfrm>
                                  <a:off x="636983" y="336147"/>
                                  <a:ext cx="5584034" cy="7906152"/>
                                  <a:chOff x="636983" y="336147"/>
                                  <a:chExt cx="5584034" cy="7906152"/>
                                </a:xfrm>
                              </p:grpSpPr>
                              <p:grpSp>
                                <p:nvGrpSpPr>
                                  <p:cNvPr id="28" name="Grupo 27">
                                    <a:extLst>
                                      <a:ext uri="{FF2B5EF4-FFF2-40B4-BE49-F238E27FC236}">
                                        <a16:creationId xmlns:a16="http://schemas.microsoft.com/office/drawing/2014/main" id="{F66EE664-5803-B88C-B1B7-EC3708929B5F}"/>
                                      </a:ext>
                                    </a:extLst>
                                  </p:cNvPr>
                                  <p:cNvGrpSpPr/>
                                  <p:nvPr/>
                                </p:nvGrpSpPr>
                                <p:grpSpPr>
                                  <a:xfrm>
                                    <a:off x="636983" y="336147"/>
                                    <a:ext cx="5584034" cy="7906152"/>
                                    <a:chOff x="637685" y="412347"/>
                                    <a:chExt cx="5584034" cy="7906152"/>
                                  </a:xfrm>
                                </p:grpSpPr>
                                <p:grpSp>
                                  <p:nvGrpSpPr>
                                    <p:cNvPr id="8" name="Grupo 7">
                                      <a:extLst>
                                        <a:ext uri="{FF2B5EF4-FFF2-40B4-BE49-F238E27FC236}">
                                          <a16:creationId xmlns:a16="http://schemas.microsoft.com/office/drawing/2014/main" id="{03CBEA53-CFF1-90A6-2382-C2EDF42F49EE}"/>
                                        </a:ext>
                                      </a:extLst>
                                    </p:cNvPr>
                                    <p:cNvGrpSpPr/>
                                    <p:nvPr/>
                                  </p:nvGrpSpPr>
                                  <p:grpSpPr>
                                    <a:xfrm>
                                      <a:off x="637685" y="412347"/>
                                      <a:ext cx="5584034" cy="7906152"/>
                                      <a:chOff x="637685" y="412347"/>
                                      <a:chExt cx="5584034" cy="7906152"/>
                                    </a:xfrm>
                                  </p:grpSpPr>
                                  <p:grpSp>
                                    <p:nvGrpSpPr>
                                      <p:cNvPr id="5" name="Grupo 4">
                                        <a:extLst>
                                          <a:ext uri="{FF2B5EF4-FFF2-40B4-BE49-F238E27FC236}">
                                            <a16:creationId xmlns:a16="http://schemas.microsoft.com/office/drawing/2014/main" id="{948672BA-1349-4016-F87B-7351B677FCA4}"/>
                                          </a:ext>
                                        </a:extLst>
                                      </p:cNvPr>
                                      <p:cNvGrpSpPr/>
                                      <p:nvPr/>
                                    </p:nvGrpSpPr>
                                    <p:grpSpPr>
                                      <a:xfrm>
                                        <a:off x="637685" y="412347"/>
                                        <a:ext cx="5287867" cy="7906152"/>
                                        <a:chOff x="637685" y="412347"/>
                                        <a:chExt cx="5287867" cy="7906152"/>
                                      </a:xfrm>
                                    </p:grpSpPr>
                                    <p:grpSp>
                                      <p:nvGrpSpPr>
                                        <p:cNvPr id="23" name="Grupo 22">
                                          <a:extLst>
                                            <a:ext uri="{FF2B5EF4-FFF2-40B4-BE49-F238E27FC236}">
                                              <a16:creationId xmlns:a16="http://schemas.microsoft.com/office/drawing/2014/main" id="{1FA3271D-B928-8068-B635-F765FBE03691}"/>
                                            </a:ext>
                                          </a:extLst>
                                        </p:cNvPr>
                                        <p:cNvGrpSpPr/>
                                        <p:nvPr/>
                                      </p:nvGrpSpPr>
                                      <p:grpSpPr>
                                        <a:xfrm>
                                          <a:off x="637685" y="412347"/>
                                          <a:ext cx="5287867" cy="7906152"/>
                                          <a:chOff x="637685" y="412347"/>
                                          <a:chExt cx="5287867" cy="7906152"/>
                                        </a:xfrm>
                                      </p:grpSpPr>
                                      <p:grpSp>
                                        <p:nvGrpSpPr>
                                          <p:cNvPr id="17" name="Grupo 16">
                                            <a:extLst>
                                              <a:ext uri="{FF2B5EF4-FFF2-40B4-BE49-F238E27FC236}">
                                                <a16:creationId xmlns:a16="http://schemas.microsoft.com/office/drawing/2014/main" id="{4DB63696-8189-EE92-90F8-2534DA150949}"/>
                                              </a:ext>
                                            </a:extLst>
                                          </p:cNvPr>
                                          <p:cNvGrpSpPr/>
                                          <p:nvPr/>
                                        </p:nvGrpSpPr>
                                        <p:grpSpPr>
                                          <a:xfrm>
                                            <a:off x="824498" y="412347"/>
                                            <a:ext cx="5101054" cy="7906152"/>
                                            <a:chOff x="878473" y="418697"/>
                                            <a:chExt cx="5101054" cy="7906152"/>
                                          </a:xfrm>
                                        </p:grpSpPr>
                                        <p:grpSp>
                                          <p:nvGrpSpPr>
                                            <p:cNvPr id="15" name="Grupo 14">
                                              <a:extLst>
                                                <a:ext uri="{FF2B5EF4-FFF2-40B4-BE49-F238E27FC236}">
                                                  <a16:creationId xmlns:a16="http://schemas.microsoft.com/office/drawing/2014/main" id="{02847CEA-5764-23F2-C4DF-8620999ADF51}"/>
                                                </a:ext>
                                              </a:extLst>
                                            </p:cNvPr>
                                            <p:cNvGrpSpPr/>
                                            <p:nvPr/>
                                          </p:nvGrpSpPr>
                                          <p:grpSpPr>
                                            <a:xfrm>
                                              <a:off x="878473" y="418697"/>
                                              <a:ext cx="5101054" cy="7906152"/>
                                              <a:chOff x="878473" y="418697"/>
                                              <a:chExt cx="5101054" cy="7906152"/>
                                            </a:xfrm>
                                          </p:grpSpPr>
                                          <p:pic>
                                            <p:nvPicPr>
                                              <p:cNvPr id="4" name="Imagen 3" descr="Diagrama&#10;&#10;El contenido generado por IA puede ser incorrecto.">
                                                <a:extLst>
                                                  <a:ext uri="{FF2B5EF4-FFF2-40B4-BE49-F238E27FC236}">
                                                    <a16:creationId xmlns:a16="http://schemas.microsoft.com/office/drawing/2014/main" id="{45B66A20-FA53-E139-0FC0-017643AB8D88}"/>
                                                  </a:ext>
                                                </a:extLst>
                                              </p:cNvPr>
                                              <p:cNvPicPr>
                                                <a:picLocks noChangeAspect="1"/>
                                              </p:cNvPicPr>
                                              <p:nvPr/>
                                            </p:nvPicPr>
                                            <p:blipFill>
                                              <a:blip r:embed="rId2"/>
                                              <a:stretch>
                                                <a:fillRect/>
                                              </a:stretch>
                                            </p:blipFill>
                                            <p:spPr>
                                              <a:xfrm>
                                                <a:off x="878473" y="418697"/>
                                                <a:ext cx="5101054" cy="4930205"/>
                                              </a:xfrm>
                                              <a:prstGeom prst="rect">
                                                <a:avLst/>
                                              </a:prstGeom>
                                            </p:spPr>
                                          </p:pic>
                                          <p:sp>
                                            <p:nvSpPr>
                                              <p:cNvPr id="14" name="Rectángulo 13">
                                                <a:extLst>
                                                  <a:ext uri="{FF2B5EF4-FFF2-40B4-BE49-F238E27FC236}">
                                                    <a16:creationId xmlns:a16="http://schemas.microsoft.com/office/drawing/2014/main" id="{1BBAB75C-4580-3C1C-DE21-C8A0FDBA0D07}"/>
                                                  </a:ext>
                                                </a:extLst>
                                              </p:cNvPr>
                                              <p:cNvSpPr/>
                                              <p:nvPr/>
                                            </p:nvSpPr>
                                            <p:spPr>
                                              <a:xfrm>
                                                <a:off x="1409700" y="8277224"/>
                                                <a:ext cx="1641306" cy="47625"/>
                                              </a:xfrm>
                                              <a:prstGeom prst="rect">
                                                <a:avLst/>
                                              </a:prstGeom>
                                              <a:solidFill>
                                                <a:schemeClr val="bg1"/>
                                              </a:solidFill>
                                              <a:ln>
                                                <a:solidFill>
                                                  <a:schemeClr val="bg1"/>
                                                </a:solidFill>
                                              </a:ln>
                                            </p:spPr>
                                            <p:style>
                                              <a:lnRef idx="2">
                                                <a:schemeClr val="accent1">
                                                  <a:shade val="15000"/>
                                                </a:schemeClr>
                                              </a:lnRef>
                                              <a:fillRef idx="1">
                                                <a:schemeClr val="accent1"/>
                                              </a:fillRef>
                                              <a:effectRef idx="0">
                                                <a:schemeClr val="accent1"/>
                                              </a:effectRef>
                                              <a:fontRef idx="minor">
                                                <a:schemeClr val="lt1"/>
                                              </a:fontRef>
                                            </p:style>
                                            <p:txBody>
                                              <a:bodyPr rtlCol="0" anchor="ctr"/>
                                              <a:lstStyle/>
                                              <a:p>
                                                <a:pPr algn="ctr"/>
                                                <a:endParaRPr lang="es-ES"/>
                                              </a:p>
                                            </p:txBody>
                                          </p:sp>
                                        </p:grpSp>
                                        <p:sp>
                                          <p:nvSpPr>
                                            <p:cNvPr id="16" name="Rectángulo 15">
                                              <a:extLst>
                                                <a:ext uri="{FF2B5EF4-FFF2-40B4-BE49-F238E27FC236}">
                                                  <a16:creationId xmlns:a16="http://schemas.microsoft.com/office/drawing/2014/main" id="{6B9035D2-28B5-263F-253C-93B1E85260DB}"/>
                                                </a:ext>
                                              </a:extLst>
                                            </p:cNvPr>
                                            <p:cNvSpPr/>
                                            <p:nvPr/>
                                          </p:nvSpPr>
                                          <p:spPr>
                                            <a:xfrm>
                                              <a:off x="3919537" y="8276952"/>
                                              <a:ext cx="1641306" cy="47625"/>
                                            </a:xfrm>
                                            <a:prstGeom prst="rect">
                                              <a:avLst/>
                                            </a:prstGeom>
                                            <a:solidFill>
                                              <a:schemeClr val="bg1"/>
                                            </a:solidFill>
                                            <a:ln>
                                              <a:solidFill>
                                                <a:schemeClr val="bg1"/>
                                              </a:solidFill>
                                            </a:ln>
                                          </p:spPr>
                                          <p:style>
                                            <a:lnRef idx="2">
                                              <a:schemeClr val="accent1">
                                                <a:shade val="15000"/>
                                              </a:schemeClr>
                                            </a:lnRef>
                                            <a:fillRef idx="1">
                                              <a:schemeClr val="accent1"/>
                                            </a:fillRef>
                                            <a:effectRef idx="0">
                                              <a:schemeClr val="accent1"/>
                                            </a:effectRef>
                                            <a:fontRef idx="minor">
                                              <a:schemeClr val="lt1"/>
                                            </a:fontRef>
                                          </p:style>
                                          <p:txBody>
                                            <a:bodyPr rtlCol="0" anchor="ctr"/>
                                            <a:lstStyle/>
                                            <a:p>
                                              <a:pPr algn="ctr"/>
                                              <a:endParaRPr lang="es-ES"/>
                                            </a:p>
                                          </p:txBody>
                                        </p:sp>
                                      </p:grpSp>
                                      <p:sp>
                                        <p:nvSpPr>
                                          <p:cNvPr id="21" name="CuadroTexto 20">
                                            <a:extLst>
                                              <a:ext uri="{FF2B5EF4-FFF2-40B4-BE49-F238E27FC236}">
                                                <a16:creationId xmlns:a16="http://schemas.microsoft.com/office/drawing/2014/main" id="{64F7FA2D-AFEE-B5FB-CBB3-9F1802F2B562}"/>
                                              </a:ext>
                                            </a:extLst>
                                          </p:cNvPr>
                                          <p:cNvSpPr txBox="1"/>
                                          <p:nvPr/>
                                        </p:nvSpPr>
                                        <p:spPr>
                                          <a:xfrm>
                                            <a:off x="637685" y="412347"/>
                                            <a:ext cx="373626" cy="307777"/>
                                          </a:xfrm>
                                          <a:prstGeom prst="rect">
                                            <a:avLst/>
                                          </a:prstGeom>
                                          <a:noFill/>
                                        </p:spPr>
                                        <p:txBody>
                                          <a:bodyPr wrap="square" rtlCol="0">
                                            <a:spAutoFit/>
                                          </a:bodyPr>
                                          <a:lstStyle/>
                                          <a:p>
                                            <a:r>
                                              <a:rPr lang="es-ES" sz="1400" b="1" dirty="0">
                                                <a:latin typeface="Calibri" panose="020F0502020204030204" pitchFamily="34" charset="0"/>
                                                <a:cs typeface="Calibri" panose="020F0502020204030204" pitchFamily="34" charset="0"/>
                                              </a:rPr>
                                              <a:t>A</a:t>
                                            </a:r>
                                          </a:p>
                                        </p:txBody>
                                      </p:sp>
                                      <p:sp>
                                        <p:nvSpPr>
                                          <p:cNvPr id="22" name="CuadroTexto 21">
                                            <a:extLst>
                                              <a:ext uri="{FF2B5EF4-FFF2-40B4-BE49-F238E27FC236}">
                                                <a16:creationId xmlns:a16="http://schemas.microsoft.com/office/drawing/2014/main" id="{3CA3E68F-DC68-CD35-4859-EFAD29258C33}"/>
                                              </a:ext>
                                            </a:extLst>
                                          </p:cNvPr>
                                          <p:cNvSpPr txBox="1"/>
                                          <p:nvPr/>
                                        </p:nvSpPr>
                                        <p:spPr>
                                          <a:xfrm>
                                            <a:off x="637685" y="5188663"/>
                                            <a:ext cx="373626" cy="307777"/>
                                          </a:xfrm>
                                          <a:prstGeom prst="rect">
                                            <a:avLst/>
                                          </a:prstGeom>
                                          <a:noFill/>
                                        </p:spPr>
                                        <p:txBody>
                                          <a:bodyPr wrap="square" rtlCol="0">
                                            <a:spAutoFit/>
                                          </a:bodyPr>
                                          <a:lstStyle/>
                                          <a:p>
                                            <a:r>
                                              <a:rPr lang="es-ES" sz="1400" b="1" dirty="0">
                                                <a:latin typeface="Calibri" panose="020F0502020204030204" pitchFamily="34" charset="0"/>
                                                <a:cs typeface="Calibri" panose="020F0502020204030204" pitchFamily="34" charset="0"/>
                                              </a:rPr>
                                              <a:t>B</a:t>
                                            </a:r>
                                          </a:p>
                                        </p:txBody>
                                      </p:sp>
                                    </p:grpSp>
                                    <p:sp>
                                      <p:nvSpPr>
                                        <p:cNvPr id="3" name="Rectángulo 2">
                                          <a:extLst>
                                            <a:ext uri="{FF2B5EF4-FFF2-40B4-BE49-F238E27FC236}">
                                              <a16:creationId xmlns:a16="http://schemas.microsoft.com/office/drawing/2014/main" id="{4B02C84D-5DF2-D0C8-AFDD-3396505C1F3D}"/>
                                            </a:ext>
                                          </a:extLst>
                                        </p:cNvPr>
                                        <p:cNvSpPr/>
                                        <p:nvPr/>
                                      </p:nvSpPr>
                                      <p:spPr>
                                        <a:xfrm>
                                          <a:off x="3143250" y="6638925"/>
                                          <a:ext cx="419100" cy="85725"/>
                                        </a:xfrm>
                                        <a:prstGeom prst="rect">
                                          <a:avLst/>
                                        </a:prstGeom>
                                        <a:solidFill>
                                          <a:schemeClr val="bg1"/>
                                        </a:solidFill>
                                        <a:ln>
                                          <a:solidFill>
                                            <a:schemeClr val="bg1"/>
                                          </a:solidFill>
                                        </a:ln>
                                      </p:spPr>
                                      <p:style>
                                        <a:lnRef idx="2">
                                          <a:schemeClr val="accent1">
                                            <a:shade val="15000"/>
                                          </a:schemeClr>
                                        </a:lnRef>
                                        <a:fillRef idx="1">
                                          <a:schemeClr val="accent1"/>
                                        </a:fillRef>
                                        <a:effectRef idx="0">
                                          <a:schemeClr val="accent1"/>
                                        </a:effectRef>
                                        <a:fontRef idx="minor">
                                          <a:schemeClr val="lt1"/>
                                        </a:fontRef>
                                      </p:style>
                                      <p:txBody>
                                        <a:bodyPr rtlCol="0" anchor="ctr"/>
                                        <a:lstStyle/>
                                        <a:p>
                                          <a:pPr algn="ctr"/>
                                          <a:endParaRPr lang="es-ES"/>
                                        </a:p>
                                      </p:txBody>
                                    </p:sp>
                                  </p:grpSp>
                                  <p:sp>
                                    <p:nvSpPr>
                                      <p:cNvPr id="7" name="Rectángulo 6">
                                        <a:extLst>
                                          <a:ext uri="{FF2B5EF4-FFF2-40B4-BE49-F238E27FC236}">
                                            <a16:creationId xmlns:a16="http://schemas.microsoft.com/office/drawing/2014/main" id="{15B21424-93F4-4041-0022-71E249AEBA2A}"/>
                                          </a:ext>
                                        </a:extLst>
                                      </p:cNvPr>
                                      <p:cNvSpPr/>
                                      <p:nvPr/>
                                    </p:nvSpPr>
                                    <p:spPr>
                                      <a:xfrm>
                                        <a:off x="5719763" y="6638925"/>
                                        <a:ext cx="501956" cy="85725"/>
                                      </a:xfrm>
                                      <a:prstGeom prst="rect">
                                        <a:avLst/>
                                      </a:prstGeom>
                                      <a:solidFill>
                                        <a:schemeClr val="bg1"/>
                                      </a:solidFill>
                                      <a:ln>
                                        <a:solidFill>
                                          <a:schemeClr val="bg1"/>
                                        </a:solidFill>
                                      </a:ln>
                                    </p:spPr>
                                    <p:style>
                                      <a:lnRef idx="2">
                                        <a:schemeClr val="accent1">
                                          <a:shade val="15000"/>
                                        </a:schemeClr>
                                      </a:lnRef>
                                      <a:fillRef idx="1">
                                        <a:schemeClr val="accent1"/>
                                      </a:fillRef>
                                      <a:effectRef idx="0">
                                        <a:schemeClr val="accent1"/>
                                      </a:effectRef>
                                      <a:fontRef idx="minor">
                                        <a:schemeClr val="lt1"/>
                                      </a:fontRef>
                                    </p:style>
                                    <p:txBody>
                                      <a:bodyPr rtlCol="0" anchor="ctr"/>
                                      <a:lstStyle/>
                                      <a:p>
                                        <a:pPr algn="ctr"/>
                                        <a:endParaRPr lang="es-ES"/>
                                      </a:p>
                                    </p:txBody>
                                  </p:sp>
                                </p:grpSp>
                                <p:pic>
                                  <p:nvPicPr>
                                    <p:cNvPr id="27" name="Imagen 26" descr="Gráfico, Gráfico de barras&#10;&#10;El contenido generado por IA puede ser incorrecto.">
                                      <a:extLst>
                                        <a:ext uri="{FF2B5EF4-FFF2-40B4-BE49-F238E27FC236}">
                                          <a16:creationId xmlns:a16="http://schemas.microsoft.com/office/drawing/2014/main" id="{A609259C-7D07-F369-9387-DA0B43D9037E}"/>
                                        </a:ext>
                                      </a:extLst>
                                    </p:cNvPr>
                                    <p:cNvPicPr>
                                      <a:picLocks noChangeAspect="1"/>
                                    </p:cNvPicPr>
                                    <p:nvPr/>
                                  </p:nvPicPr>
                                  <p:blipFill>
                                    <a:blip r:embed="rId3"/>
                                    <a:stretch>
                                      <a:fillRect/>
                                    </a:stretch>
                                  </p:blipFill>
                                  <p:spPr>
                                    <a:xfrm>
                                      <a:off x="1070864" y="5371956"/>
                                      <a:ext cx="4974849" cy="2946270"/>
                                    </a:xfrm>
                                    <a:prstGeom prst="rect">
                                      <a:avLst/>
                                    </a:prstGeom>
                                  </p:spPr>
                                </p:pic>
                              </p:grpSp>
                              <p:sp>
                                <p:nvSpPr>
                                  <p:cNvPr id="29" name="Rectángulo 28">
                                    <a:extLst>
                                      <a:ext uri="{FF2B5EF4-FFF2-40B4-BE49-F238E27FC236}">
                                        <a16:creationId xmlns:a16="http://schemas.microsoft.com/office/drawing/2014/main" id="{7CB5BD7D-5AA0-A0B4-2E0D-9B5D26D1AF76}"/>
                                      </a:ext>
                                    </a:extLst>
                                  </p:cNvPr>
                                  <p:cNvSpPr/>
                                  <p:nvPr/>
                                </p:nvSpPr>
                                <p:spPr>
                                  <a:xfrm>
                                    <a:off x="3194050" y="6562725"/>
                                    <a:ext cx="234950" cy="45719"/>
                                  </a:xfrm>
                                  <a:prstGeom prst="rect">
                                    <a:avLst/>
                                  </a:prstGeom>
                                  <a:solidFill>
                                    <a:schemeClr val="bg1"/>
                                  </a:solidFill>
                                  <a:ln>
                                    <a:solidFill>
                                      <a:schemeClr val="bg1"/>
                                    </a:solidFill>
                                  </a:ln>
                                </p:spPr>
                                <p:style>
                                  <a:lnRef idx="2">
                                    <a:schemeClr val="accent1">
                                      <a:shade val="15000"/>
                                    </a:schemeClr>
                                  </a:lnRef>
                                  <a:fillRef idx="1">
                                    <a:schemeClr val="accent1"/>
                                  </a:fillRef>
                                  <a:effectRef idx="0">
                                    <a:schemeClr val="accent1"/>
                                  </a:effectRef>
                                  <a:fontRef idx="minor">
                                    <a:schemeClr val="lt1"/>
                                  </a:fontRef>
                                </p:style>
                                <p:txBody>
                                  <a:bodyPr rtlCol="0" anchor="ctr"/>
                                  <a:lstStyle/>
                                  <a:p>
                                    <a:pPr algn="ctr"/>
                                    <a:endParaRPr lang="es-ES"/>
                                  </a:p>
                                </p:txBody>
                              </p:sp>
                            </p:grpSp>
                            <p:sp>
                              <p:nvSpPr>
                                <p:cNvPr id="31" name="CuadroTexto 30">
                                  <a:extLst>
                                    <a:ext uri="{FF2B5EF4-FFF2-40B4-BE49-F238E27FC236}">
                                      <a16:creationId xmlns:a16="http://schemas.microsoft.com/office/drawing/2014/main" id="{874586DA-8590-AE23-ADBD-A7E6BE084F58}"/>
                                    </a:ext>
                                  </a:extLst>
                                </p:cNvPr>
                                <p:cNvSpPr txBox="1"/>
                                <p:nvPr/>
                              </p:nvSpPr>
                              <p:spPr>
                                <a:xfrm>
                                  <a:off x="3123345" y="6493251"/>
                                  <a:ext cx="501956" cy="184666"/>
                                </a:xfrm>
                                <a:prstGeom prst="rect">
                                  <a:avLst/>
                                </a:prstGeom>
                                <a:noFill/>
                              </p:spPr>
                              <p:txBody>
                                <a:bodyPr wrap="square" rtlCol="0">
                                  <a:spAutoFit/>
                                </a:bodyPr>
                                <a:lstStyle/>
                                <a:p>
                                  <a:r>
                                    <a:rPr lang="es-ES" sz="600" dirty="0" err="1"/>
                                    <a:t>Cluster</a:t>
                                  </a:r>
                                  <a:endParaRPr lang="es-ES" sz="600" dirty="0"/>
                                </a:p>
                              </p:txBody>
                            </p:sp>
                          </p:grpSp>
                          <p:sp>
                            <p:nvSpPr>
                              <p:cNvPr id="33" name="Rectángulo 32">
                                <a:extLst>
                                  <a:ext uri="{FF2B5EF4-FFF2-40B4-BE49-F238E27FC236}">
                                    <a16:creationId xmlns:a16="http://schemas.microsoft.com/office/drawing/2014/main" id="{3F795943-17F3-B066-2454-90C0A3D04DDC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1449388" y="8069262"/>
                                <a:ext cx="1609725" cy="47625"/>
                              </a:xfrm>
                              <a:prstGeom prst="rect">
                                <a:avLst/>
                              </a:prstGeom>
                              <a:solidFill>
                                <a:schemeClr val="bg1"/>
                              </a:solidFill>
                              <a:ln>
                                <a:solidFill>
                                  <a:schemeClr val="bg1"/>
                                </a:solidFill>
                              </a:ln>
                            </p:spPr>
                            <p:style>
                              <a:lnRef idx="2">
                                <a:schemeClr val="accent1">
                                  <a:shade val="15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algn="ctr"/>
                                <a:endParaRPr lang="es-ES"/>
                              </a:p>
                            </p:txBody>
                          </p:sp>
                        </p:grpSp>
                        <p:sp>
                          <p:nvSpPr>
                            <p:cNvPr id="37" name="CuadroTexto 36">
                              <a:extLst>
                                <a:ext uri="{FF2B5EF4-FFF2-40B4-BE49-F238E27FC236}">
                                  <a16:creationId xmlns:a16="http://schemas.microsoft.com/office/drawing/2014/main" id="{EA638B44-72B4-8967-4A79-55102D7BEC18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1474002" y="7985923"/>
                              <a:ext cx="2070856" cy="169277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r>
                                <a:rPr lang="es-ES" sz="500" dirty="0"/>
                                <a:t>        </a:t>
                              </a:r>
                              <a:r>
                                <a:rPr lang="es-ES" sz="500" dirty="0" err="1"/>
                                <a:t>Movil</a:t>
                              </a:r>
                              <a:r>
                                <a:rPr lang="es-ES" sz="500" dirty="0"/>
                                <a:t>                            Primaria                        Secundaria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39" name="Rectángulo 38">
                            <a:extLst>
                              <a:ext uri="{FF2B5EF4-FFF2-40B4-BE49-F238E27FC236}">
                                <a16:creationId xmlns:a16="http://schemas.microsoft.com/office/drawing/2014/main" id="{1AE8D375-B54E-69CC-FB97-9A3CEB7C40E3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3403600" y="6626225"/>
                            <a:ext cx="206375" cy="320675"/>
                          </a:xfrm>
                          <a:prstGeom prst="rect">
                            <a:avLst/>
                          </a:prstGeom>
                          <a:solidFill>
                            <a:schemeClr val="bg1"/>
                          </a:solidFill>
                          <a:ln>
                            <a:solidFill>
                              <a:schemeClr val="bg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/>
                          </a:p>
                        </p:txBody>
                      </p:sp>
                    </p:grpSp>
                    <p:sp>
                      <p:nvSpPr>
                        <p:cNvPr id="41" name="CuadroTexto 40">
                          <a:extLst>
                            <a:ext uri="{FF2B5EF4-FFF2-40B4-BE49-F238E27FC236}">
                              <a16:creationId xmlns:a16="http://schemas.microsoft.com/office/drawing/2014/main" id="{112A3B9A-76B1-11E9-A649-C431FDA42E32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3324479" y="6538912"/>
                          <a:ext cx="415123" cy="427489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:pPr>
                            <a:lnSpc>
                              <a:spcPct val="150000"/>
                            </a:lnSpc>
                          </a:pPr>
                          <a:r>
                            <a:rPr lang="es-ES" sz="500" dirty="0"/>
                            <a:t>Azul</a:t>
                          </a:r>
                        </a:p>
                        <a:p>
                          <a:pPr>
                            <a:lnSpc>
                              <a:spcPct val="150000"/>
                            </a:lnSpc>
                          </a:pPr>
                          <a:r>
                            <a:rPr lang="es-ES" sz="500" dirty="0"/>
                            <a:t>Verde</a:t>
                          </a:r>
                        </a:p>
                        <a:p>
                          <a:pPr>
                            <a:lnSpc>
                              <a:spcPct val="150000"/>
                            </a:lnSpc>
                          </a:pPr>
                          <a:r>
                            <a:rPr lang="es-ES" sz="500" dirty="0"/>
                            <a:t>Rojo</a:t>
                          </a:r>
                        </a:p>
                      </p:txBody>
                    </p:sp>
                  </p:grpSp>
                  <p:sp>
                    <p:nvSpPr>
                      <p:cNvPr id="43" name="Rectángulo 42">
                        <a:extLst>
                          <a:ext uri="{FF2B5EF4-FFF2-40B4-BE49-F238E27FC236}">
                            <a16:creationId xmlns:a16="http://schemas.microsoft.com/office/drawing/2014/main" id="{38E16BAB-C2CB-18B6-47BC-00B2654C1BA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060825" y="8048938"/>
                        <a:ext cx="1470025" cy="679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chemeClr val="bg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</p:grpSp>
                <p:sp>
                  <p:nvSpPr>
                    <p:cNvPr id="45" name="CuadroTexto 44">
                      <a:extLst>
                        <a:ext uri="{FF2B5EF4-FFF2-40B4-BE49-F238E27FC236}">
                          <a16:creationId xmlns:a16="http://schemas.microsoft.com/office/drawing/2014/main" id="{D7D6C70A-A388-90A0-4B32-6DB950C69EB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927644" y="7998274"/>
                      <a:ext cx="2070856" cy="16927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s-ES" sz="500" dirty="0"/>
                        <a:t>      </a:t>
                      </a:r>
                      <a:r>
                        <a:rPr lang="es-ES" sz="500" dirty="0" err="1"/>
                        <a:t>Movil</a:t>
                      </a:r>
                      <a:r>
                        <a:rPr lang="es-ES" sz="500" dirty="0"/>
                        <a:t>                                 Primaria                        Secundaria</a:t>
                      </a:r>
                    </a:p>
                  </p:txBody>
                </p:sp>
              </p:grpSp>
              <p:sp>
                <p:nvSpPr>
                  <p:cNvPr id="47" name="Rectángulo 46">
                    <a:extLst>
                      <a:ext uri="{FF2B5EF4-FFF2-40B4-BE49-F238E27FC236}">
                        <a16:creationId xmlns:a16="http://schemas.microsoft.com/office/drawing/2014/main" id="{AECC833A-F816-7122-F298-8F3EF640B6F1}"/>
                      </a:ext>
                    </a:extLst>
                  </p:cNvPr>
                  <p:cNvSpPr/>
                  <p:nvPr/>
                </p:nvSpPr>
                <p:spPr>
                  <a:xfrm>
                    <a:off x="5771449" y="6508750"/>
                    <a:ext cx="166021" cy="75881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  <p:sp>
              <p:nvSpPr>
                <p:cNvPr id="49" name="CuadroTexto 48">
                  <a:extLst>
                    <a:ext uri="{FF2B5EF4-FFF2-40B4-BE49-F238E27FC236}">
                      <a16:creationId xmlns:a16="http://schemas.microsoft.com/office/drawing/2014/main" id="{8B8F6A02-5B95-5495-EBE4-E141324B289A}"/>
                    </a:ext>
                  </a:extLst>
                </p:cNvPr>
                <p:cNvSpPr txBox="1"/>
                <p:nvPr/>
              </p:nvSpPr>
              <p:spPr>
                <a:xfrm>
                  <a:off x="5664318" y="6469438"/>
                  <a:ext cx="501956" cy="18466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s-ES" sz="600" dirty="0" err="1"/>
                    <a:t>Cluster</a:t>
                  </a:r>
                  <a:endParaRPr lang="es-ES" sz="600" dirty="0"/>
                </a:p>
              </p:txBody>
            </p:sp>
          </p:grpSp>
          <p:sp>
            <p:nvSpPr>
              <p:cNvPr id="51" name="Rectángulo 50">
                <a:extLst>
                  <a:ext uri="{FF2B5EF4-FFF2-40B4-BE49-F238E27FC236}">
                    <a16:creationId xmlns:a16="http://schemas.microsoft.com/office/drawing/2014/main" id="{35A74DDE-5EA3-F03A-C48F-E043A33A8D30}"/>
                  </a:ext>
                </a:extLst>
              </p:cNvPr>
              <p:cNvSpPr/>
              <p:nvPr/>
            </p:nvSpPr>
            <p:spPr>
              <a:xfrm>
                <a:off x="5902325" y="6638925"/>
                <a:ext cx="180975" cy="31432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</p:grpSp>
        <p:sp>
          <p:nvSpPr>
            <p:cNvPr id="53" name="CuadroTexto 52">
              <a:extLst>
                <a:ext uri="{FF2B5EF4-FFF2-40B4-BE49-F238E27FC236}">
                  <a16:creationId xmlns:a16="http://schemas.microsoft.com/office/drawing/2014/main" id="{5DC25BFD-DB11-64B0-A3BB-4191974E7DE3}"/>
                </a:ext>
              </a:extLst>
            </p:cNvPr>
            <p:cNvSpPr txBox="1"/>
            <p:nvPr/>
          </p:nvSpPr>
          <p:spPr>
            <a:xfrm>
              <a:off x="5797564" y="6538911"/>
              <a:ext cx="415123" cy="4274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s-ES" sz="500" dirty="0"/>
                <a:t>Azul</a:t>
              </a:r>
            </a:p>
            <a:p>
              <a:pPr>
                <a:lnSpc>
                  <a:spcPct val="150000"/>
                </a:lnSpc>
              </a:pPr>
              <a:r>
                <a:rPr lang="es-ES" sz="500" dirty="0"/>
                <a:t>Verde</a:t>
              </a:r>
            </a:p>
            <a:p>
              <a:pPr>
                <a:lnSpc>
                  <a:spcPct val="150000"/>
                </a:lnSpc>
              </a:pPr>
              <a:r>
                <a:rPr lang="es-ES" sz="500" dirty="0"/>
                <a:t>Rojo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404924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upo 6">
            <a:extLst>
              <a:ext uri="{FF2B5EF4-FFF2-40B4-BE49-F238E27FC236}">
                <a16:creationId xmlns:a16="http://schemas.microsoft.com/office/drawing/2014/main" id="{A3E0036C-1100-42C8-CB77-3F58CB2E5386}"/>
              </a:ext>
            </a:extLst>
          </p:cNvPr>
          <p:cNvGrpSpPr/>
          <p:nvPr/>
        </p:nvGrpSpPr>
        <p:grpSpPr>
          <a:xfrm>
            <a:off x="442495" y="1215622"/>
            <a:ext cx="6053555" cy="5772956"/>
            <a:chOff x="442495" y="1215622"/>
            <a:chExt cx="6053555" cy="5772956"/>
          </a:xfrm>
        </p:grpSpPr>
        <p:grpSp>
          <p:nvGrpSpPr>
            <p:cNvPr id="6" name="Grupo 5">
              <a:extLst>
                <a:ext uri="{FF2B5EF4-FFF2-40B4-BE49-F238E27FC236}">
                  <a16:creationId xmlns:a16="http://schemas.microsoft.com/office/drawing/2014/main" id="{9F680B33-DA2D-8421-332A-D70C4B51AD97}"/>
                </a:ext>
              </a:extLst>
            </p:cNvPr>
            <p:cNvGrpSpPr/>
            <p:nvPr/>
          </p:nvGrpSpPr>
          <p:grpSpPr>
            <a:xfrm>
              <a:off x="442495" y="1215622"/>
              <a:ext cx="5973009" cy="5772956"/>
              <a:chOff x="442495" y="1215622"/>
              <a:chExt cx="5973009" cy="5772956"/>
            </a:xfrm>
          </p:grpSpPr>
          <p:pic>
            <p:nvPicPr>
              <p:cNvPr id="3" name="Imagen 2" descr="Gráfico, Gráfico de dispersión&#10;&#10;El contenido generado por IA puede ser incorrecto.">
                <a:extLst>
                  <a:ext uri="{FF2B5EF4-FFF2-40B4-BE49-F238E27FC236}">
                    <a16:creationId xmlns:a16="http://schemas.microsoft.com/office/drawing/2014/main" id="{D005A854-812E-54C7-BEB2-68607D8C1A5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42495" y="1215622"/>
                <a:ext cx="5973009" cy="5772956"/>
              </a:xfrm>
              <a:prstGeom prst="rect">
                <a:avLst/>
              </a:prstGeom>
            </p:spPr>
          </p:pic>
          <p:sp>
            <p:nvSpPr>
              <p:cNvPr id="5" name="Rectángulo 4">
                <a:extLst>
                  <a:ext uri="{FF2B5EF4-FFF2-40B4-BE49-F238E27FC236}">
                    <a16:creationId xmlns:a16="http://schemas.microsoft.com/office/drawing/2014/main" id="{DE1075C0-891C-3F9C-FCC9-D5FDF6E80835}"/>
                  </a:ext>
                </a:extLst>
              </p:cNvPr>
              <p:cNvSpPr/>
              <p:nvPr/>
            </p:nvSpPr>
            <p:spPr>
              <a:xfrm>
                <a:off x="5524500" y="3838575"/>
                <a:ext cx="714375" cy="6001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</p:grpSp>
        <p:sp>
          <p:nvSpPr>
            <p:cNvPr id="2" name="CuadroTexto 1">
              <a:extLst>
                <a:ext uri="{FF2B5EF4-FFF2-40B4-BE49-F238E27FC236}">
                  <a16:creationId xmlns:a16="http://schemas.microsoft.com/office/drawing/2014/main" id="{9F8C9298-838C-26BE-0EF9-8139FB81F5AE}"/>
                </a:ext>
              </a:extLst>
            </p:cNvPr>
            <p:cNvSpPr txBox="1"/>
            <p:nvPr/>
          </p:nvSpPr>
          <p:spPr>
            <a:xfrm>
              <a:off x="5438775" y="3706324"/>
              <a:ext cx="1057275" cy="8296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s-ES" sz="1100" dirty="0"/>
                <a:t>Móviles</a:t>
              </a:r>
            </a:p>
            <a:p>
              <a:pPr>
                <a:lnSpc>
                  <a:spcPct val="150000"/>
                </a:lnSpc>
              </a:pPr>
              <a:r>
                <a:rPr lang="es-ES" sz="1100" dirty="0"/>
                <a:t>Primarias</a:t>
              </a:r>
            </a:p>
            <a:p>
              <a:pPr>
                <a:lnSpc>
                  <a:spcPct val="150000"/>
                </a:lnSpc>
              </a:pPr>
              <a:r>
                <a:rPr lang="es-ES" sz="1100" dirty="0"/>
                <a:t>Secundarias</a:t>
              </a:r>
              <a:endParaRPr lang="es-ES" sz="1000" dirty="0"/>
            </a:p>
          </p:txBody>
        </p:sp>
      </p:grpSp>
    </p:spTree>
    <p:extLst>
      <p:ext uri="{BB962C8B-B14F-4D97-AF65-F5344CB8AC3E}">
        <p14:creationId xmlns:p14="http://schemas.microsoft.com/office/powerpoint/2010/main" val="7911983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o 5">
            <a:extLst>
              <a:ext uri="{FF2B5EF4-FFF2-40B4-BE49-F238E27FC236}">
                <a16:creationId xmlns:a16="http://schemas.microsoft.com/office/drawing/2014/main" id="{47A5CF13-3AB5-5F72-512B-FDA5426BB1AA}"/>
              </a:ext>
            </a:extLst>
          </p:cNvPr>
          <p:cNvGrpSpPr/>
          <p:nvPr/>
        </p:nvGrpSpPr>
        <p:grpSpPr>
          <a:xfrm>
            <a:off x="442495" y="437747"/>
            <a:ext cx="6025813" cy="5772956"/>
            <a:chOff x="442495" y="437747"/>
            <a:chExt cx="6025813" cy="5772956"/>
          </a:xfrm>
        </p:grpSpPr>
        <p:grpSp>
          <p:nvGrpSpPr>
            <p:cNvPr id="4" name="Grupo 3">
              <a:extLst>
                <a:ext uri="{FF2B5EF4-FFF2-40B4-BE49-F238E27FC236}">
                  <a16:creationId xmlns:a16="http://schemas.microsoft.com/office/drawing/2014/main" id="{8E058BFC-3337-9896-B1F5-0B9817A12DAD}"/>
                </a:ext>
              </a:extLst>
            </p:cNvPr>
            <p:cNvGrpSpPr/>
            <p:nvPr/>
          </p:nvGrpSpPr>
          <p:grpSpPr>
            <a:xfrm>
              <a:off x="442495" y="437747"/>
              <a:ext cx="5973009" cy="5772956"/>
              <a:chOff x="632995" y="999722"/>
              <a:chExt cx="5973009" cy="5772956"/>
            </a:xfrm>
          </p:grpSpPr>
          <p:pic>
            <p:nvPicPr>
              <p:cNvPr id="5" name="Imagen 4" descr="Gráfico&#10;&#10;El contenido generado por IA puede ser incorrecto.">
                <a:extLst>
                  <a:ext uri="{FF2B5EF4-FFF2-40B4-BE49-F238E27FC236}">
                    <a16:creationId xmlns:a16="http://schemas.microsoft.com/office/drawing/2014/main" id="{1943122D-A39B-62E2-A851-C20D9264B91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32995" y="999722"/>
                <a:ext cx="5973009" cy="5772956"/>
              </a:xfrm>
              <a:prstGeom prst="rect">
                <a:avLst/>
              </a:prstGeom>
            </p:spPr>
          </p:pic>
          <p:sp>
            <p:nvSpPr>
              <p:cNvPr id="3" name="Rectángulo 2">
                <a:extLst>
                  <a:ext uri="{FF2B5EF4-FFF2-40B4-BE49-F238E27FC236}">
                    <a16:creationId xmlns:a16="http://schemas.microsoft.com/office/drawing/2014/main" id="{B90135D2-C9E8-4C87-1616-E9041CF1DE59}"/>
                  </a:ext>
                </a:extLst>
              </p:cNvPr>
              <p:cNvSpPr/>
              <p:nvPr/>
            </p:nvSpPr>
            <p:spPr>
              <a:xfrm>
                <a:off x="5691604" y="3629025"/>
                <a:ext cx="914400" cy="9144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</p:grpSp>
        <p:sp>
          <p:nvSpPr>
            <p:cNvPr id="2" name="CuadroTexto 1">
              <a:extLst>
                <a:ext uri="{FF2B5EF4-FFF2-40B4-BE49-F238E27FC236}">
                  <a16:creationId xmlns:a16="http://schemas.microsoft.com/office/drawing/2014/main" id="{13E9C1CE-1BAC-F018-CAA3-45937AC2E4E2}"/>
                </a:ext>
              </a:extLst>
            </p:cNvPr>
            <p:cNvSpPr txBox="1"/>
            <p:nvPr/>
          </p:nvSpPr>
          <p:spPr>
            <a:xfrm>
              <a:off x="5411033" y="2928449"/>
              <a:ext cx="1057275" cy="8296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s-ES" sz="1100" dirty="0"/>
                <a:t>Móviles</a:t>
              </a:r>
            </a:p>
            <a:p>
              <a:pPr>
                <a:lnSpc>
                  <a:spcPct val="150000"/>
                </a:lnSpc>
              </a:pPr>
              <a:r>
                <a:rPr lang="es-ES" sz="1100" dirty="0"/>
                <a:t>Primarias</a:t>
              </a:r>
            </a:p>
            <a:p>
              <a:pPr>
                <a:lnSpc>
                  <a:spcPct val="150000"/>
                </a:lnSpc>
              </a:pPr>
              <a:r>
                <a:rPr lang="es-ES" sz="1100" dirty="0"/>
                <a:t>Secundarias</a:t>
              </a:r>
              <a:endParaRPr lang="es-ES" sz="1000" dirty="0"/>
            </a:p>
          </p:txBody>
        </p:sp>
      </p:grpSp>
    </p:spTree>
    <p:extLst>
      <p:ext uri="{BB962C8B-B14F-4D97-AF65-F5344CB8AC3E}">
        <p14:creationId xmlns:p14="http://schemas.microsoft.com/office/powerpoint/2010/main" val="22761351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upo 4">
            <a:extLst>
              <a:ext uri="{FF2B5EF4-FFF2-40B4-BE49-F238E27FC236}">
                <a16:creationId xmlns:a16="http://schemas.microsoft.com/office/drawing/2014/main" id="{B002BA3D-C788-EA0B-BB5B-F5E03E9B3BCC}"/>
              </a:ext>
            </a:extLst>
          </p:cNvPr>
          <p:cNvGrpSpPr/>
          <p:nvPr/>
        </p:nvGrpSpPr>
        <p:grpSpPr>
          <a:xfrm>
            <a:off x="0" y="1139712"/>
            <a:ext cx="7000876" cy="5607275"/>
            <a:chOff x="0" y="1139712"/>
            <a:chExt cx="7000876" cy="5607275"/>
          </a:xfrm>
        </p:grpSpPr>
        <p:grpSp>
          <p:nvGrpSpPr>
            <p:cNvPr id="3" name="Grupo 2">
              <a:extLst>
                <a:ext uri="{FF2B5EF4-FFF2-40B4-BE49-F238E27FC236}">
                  <a16:creationId xmlns:a16="http://schemas.microsoft.com/office/drawing/2014/main" id="{63A0E75F-6A7C-1967-3DD3-AF500D0AD8B1}"/>
                </a:ext>
              </a:extLst>
            </p:cNvPr>
            <p:cNvGrpSpPr/>
            <p:nvPr/>
          </p:nvGrpSpPr>
          <p:grpSpPr>
            <a:xfrm>
              <a:off x="0" y="1139712"/>
              <a:ext cx="6858000" cy="5607275"/>
              <a:chOff x="0" y="1139712"/>
              <a:chExt cx="6858000" cy="5607275"/>
            </a:xfrm>
          </p:grpSpPr>
          <p:pic>
            <p:nvPicPr>
              <p:cNvPr id="14" name="Imagen 13" descr="Gráfico, Gráfico de dispersión&#10;&#10;El contenido generado por IA puede ser incorrecto.">
                <a:extLst>
                  <a:ext uri="{FF2B5EF4-FFF2-40B4-BE49-F238E27FC236}">
                    <a16:creationId xmlns:a16="http://schemas.microsoft.com/office/drawing/2014/main" id="{066C8F85-3268-D7BB-BAE6-A5A9245CBE8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0" y="1139712"/>
                <a:ext cx="6858000" cy="5607275"/>
              </a:xfrm>
              <a:prstGeom prst="rect">
                <a:avLst/>
              </a:prstGeom>
            </p:spPr>
          </p:pic>
          <p:sp>
            <p:nvSpPr>
              <p:cNvPr id="2" name="Rectángulo 1">
                <a:extLst>
                  <a:ext uri="{FF2B5EF4-FFF2-40B4-BE49-F238E27FC236}">
                    <a16:creationId xmlns:a16="http://schemas.microsoft.com/office/drawing/2014/main" id="{EA5F3B4E-3CFC-4BB7-1BA0-E4A5A5B16CD3}"/>
                  </a:ext>
                </a:extLst>
              </p:cNvPr>
              <p:cNvSpPr/>
              <p:nvPr/>
            </p:nvSpPr>
            <p:spPr>
              <a:xfrm>
                <a:off x="6076950" y="3771900"/>
                <a:ext cx="771525" cy="44767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</p:grpSp>
        <p:sp>
          <p:nvSpPr>
            <p:cNvPr id="4" name="CuadroTexto 3">
              <a:extLst>
                <a:ext uri="{FF2B5EF4-FFF2-40B4-BE49-F238E27FC236}">
                  <a16:creationId xmlns:a16="http://schemas.microsoft.com/office/drawing/2014/main" id="{25FFB68F-AC8D-F70A-67E7-A0426C417DE5}"/>
                </a:ext>
              </a:extLst>
            </p:cNvPr>
            <p:cNvSpPr txBox="1"/>
            <p:nvPr/>
          </p:nvSpPr>
          <p:spPr>
            <a:xfrm>
              <a:off x="6000750" y="3687763"/>
              <a:ext cx="1000126" cy="5318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s-ES" sz="1000" dirty="0"/>
                <a:t>Ciliopatía</a:t>
              </a:r>
            </a:p>
            <a:p>
              <a:pPr>
                <a:lnSpc>
                  <a:spcPct val="150000"/>
                </a:lnSpc>
              </a:pPr>
              <a:r>
                <a:rPr lang="es-ES" sz="1000" dirty="0"/>
                <a:t>No ciliopatía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971300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o 5">
            <a:extLst>
              <a:ext uri="{FF2B5EF4-FFF2-40B4-BE49-F238E27FC236}">
                <a16:creationId xmlns:a16="http://schemas.microsoft.com/office/drawing/2014/main" id="{FA6D4DFF-40F5-D73E-1838-BFC1C869F3F6}"/>
              </a:ext>
            </a:extLst>
          </p:cNvPr>
          <p:cNvGrpSpPr/>
          <p:nvPr/>
        </p:nvGrpSpPr>
        <p:grpSpPr>
          <a:xfrm>
            <a:off x="0" y="1044462"/>
            <a:ext cx="7010400" cy="5607275"/>
            <a:chOff x="0" y="1044462"/>
            <a:chExt cx="7010400" cy="5607275"/>
          </a:xfrm>
        </p:grpSpPr>
        <p:grpSp>
          <p:nvGrpSpPr>
            <p:cNvPr id="4" name="Grupo 3">
              <a:extLst>
                <a:ext uri="{FF2B5EF4-FFF2-40B4-BE49-F238E27FC236}">
                  <a16:creationId xmlns:a16="http://schemas.microsoft.com/office/drawing/2014/main" id="{133FC9E1-C20A-F0C8-80B1-8747B2DDC5E5}"/>
                </a:ext>
              </a:extLst>
            </p:cNvPr>
            <p:cNvGrpSpPr/>
            <p:nvPr/>
          </p:nvGrpSpPr>
          <p:grpSpPr>
            <a:xfrm>
              <a:off x="0" y="1044462"/>
              <a:ext cx="6858000" cy="5607275"/>
              <a:chOff x="0" y="1044462"/>
              <a:chExt cx="6858000" cy="5607275"/>
            </a:xfrm>
          </p:grpSpPr>
          <p:pic>
            <p:nvPicPr>
              <p:cNvPr id="5" name="Imagen 4" descr="Gráfico, Gráfico de dispersión&#10;&#10;El contenido generado por IA puede ser incorrecto.">
                <a:extLst>
                  <a:ext uri="{FF2B5EF4-FFF2-40B4-BE49-F238E27FC236}">
                    <a16:creationId xmlns:a16="http://schemas.microsoft.com/office/drawing/2014/main" id="{7294461D-0032-4E9B-968D-731B2A985D6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0" y="1044462"/>
                <a:ext cx="6858000" cy="5607275"/>
              </a:xfrm>
              <a:prstGeom prst="rect">
                <a:avLst/>
              </a:prstGeom>
            </p:spPr>
          </p:pic>
          <p:sp>
            <p:nvSpPr>
              <p:cNvPr id="3" name="Rectángulo 2">
                <a:extLst>
                  <a:ext uri="{FF2B5EF4-FFF2-40B4-BE49-F238E27FC236}">
                    <a16:creationId xmlns:a16="http://schemas.microsoft.com/office/drawing/2014/main" id="{F0EF2EB2-FE3A-ED1D-95EA-94D0110904D1}"/>
                  </a:ext>
                </a:extLst>
              </p:cNvPr>
              <p:cNvSpPr/>
              <p:nvPr/>
            </p:nvSpPr>
            <p:spPr>
              <a:xfrm>
                <a:off x="6134100" y="3733800"/>
                <a:ext cx="638175" cy="3810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</p:grpSp>
        <p:sp>
          <p:nvSpPr>
            <p:cNvPr id="2" name="CuadroTexto 1">
              <a:extLst>
                <a:ext uri="{FF2B5EF4-FFF2-40B4-BE49-F238E27FC236}">
                  <a16:creationId xmlns:a16="http://schemas.microsoft.com/office/drawing/2014/main" id="{F1B050CE-0C6F-27A2-6029-AF055C1209F9}"/>
                </a:ext>
              </a:extLst>
            </p:cNvPr>
            <p:cNvSpPr txBox="1"/>
            <p:nvPr/>
          </p:nvSpPr>
          <p:spPr>
            <a:xfrm>
              <a:off x="6010274" y="3592513"/>
              <a:ext cx="1000126" cy="5318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s-ES" sz="1000" dirty="0"/>
                <a:t>Ciliopatía</a:t>
              </a:r>
            </a:p>
            <a:p>
              <a:pPr>
                <a:lnSpc>
                  <a:spcPct val="150000"/>
                </a:lnSpc>
              </a:pPr>
              <a:r>
                <a:rPr lang="es-ES" sz="1000" dirty="0"/>
                <a:t>No ciliopatía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313923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upo 14">
            <a:extLst>
              <a:ext uri="{FF2B5EF4-FFF2-40B4-BE49-F238E27FC236}">
                <a16:creationId xmlns:a16="http://schemas.microsoft.com/office/drawing/2014/main" id="{09C07F68-9C17-7964-5198-42611280AEB7}"/>
              </a:ext>
            </a:extLst>
          </p:cNvPr>
          <p:cNvGrpSpPr/>
          <p:nvPr/>
        </p:nvGrpSpPr>
        <p:grpSpPr>
          <a:xfrm>
            <a:off x="333375" y="536975"/>
            <a:ext cx="6438900" cy="5264609"/>
            <a:chOff x="333375" y="536975"/>
            <a:chExt cx="6438900" cy="5264609"/>
          </a:xfrm>
        </p:grpSpPr>
        <p:grpSp>
          <p:nvGrpSpPr>
            <p:cNvPr id="13" name="Grupo 12">
              <a:extLst>
                <a:ext uri="{FF2B5EF4-FFF2-40B4-BE49-F238E27FC236}">
                  <a16:creationId xmlns:a16="http://schemas.microsoft.com/office/drawing/2014/main" id="{2C48074C-C3A9-9070-C923-58EA6C20F00D}"/>
                </a:ext>
              </a:extLst>
            </p:cNvPr>
            <p:cNvGrpSpPr/>
            <p:nvPr/>
          </p:nvGrpSpPr>
          <p:grpSpPr>
            <a:xfrm>
              <a:off x="333375" y="536975"/>
              <a:ext cx="6438900" cy="5264609"/>
              <a:chOff x="333375" y="536975"/>
              <a:chExt cx="6438900" cy="5264609"/>
            </a:xfrm>
          </p:grpSpPr>
          <p:grpSp>
            <p:nvGrpSpPr>
              <p:cNvPr id="12" name="Grupo 11">
                <a:extLst>
                  <a:ext uri="{FF2B5EF4-FFF2-40B4-BE49-F238E27FC236}">
                    <a16:creationId xmlns:a16="http://schemas.microsoft.com/office/drawing/2014/main" id="{1357B41B-7F90-7333-4FF4-D92604953281}"/>
                  </a:ext>
                </a:extLst>
              </p:cNvPr>
              <p:cNvGrpSpPr/>
              <p:nvPr/>
            </p:nvGrpSpPr>
            <p:grpSpPr>
              <a:xfrm>
                <a:off x="333375" y="536975"/>
                <a:ext cx="6438900" cy="5264609"/>
                <a:chOff x="419100" y="650762"/>
                <a:chExt cx="6438900" cy="5264609"/>
              </a:xfrm>
            </p:grpSpPr>
            <p:grpSp>
              <p:nvGrpSpPr>
                <p:cNvPr id="10" name="Grupo 9">
                  <a:extLst>
                    <a:ext uri="{FF2B5EF4-FFF2-40B4-BE49-F238E27FC236}">
                      <a16:creationId xmlns:a16="http://schemas.microsoft.com/office/drawing/2014/main" id="{ACA6B272-03CF-B675-F38C-7698DD174FDF}"/>
                    </a:ext>
                  </a:extLst>
                </p:cNvPr>
                <p:cNvGrpSpPr/>
                <p:nvPr/>
              </p:nvGrpSpPr>
              <p:grpSpPr>
                <a:xfrm>
                  <a:off x="419100" y="650762"/>
                  <a:ext cx="6438900" cy="5264609"/>
                  <a:chOff x="419100" y="650762"/>
                  <a:chExt cx="6438900" cy="5264609"/>
                </a:xfrm>
              </p:grpSpPr>
              <p:pic>
                <p:nvPicPr>
                  <p:cNvPr id="5" name="Imagen 4" descr="Gráfico&#10;&#10;El contenido generado por IA puede ser incorrecto.">
                    <a:extLst>
                      <a:ext uri="{FF2B5EF4-FFF2-40B4-BE49-F238E27FC236}">
                        <a16:creationId xmlns:a16="http://schemas.microsoft.com/office/drawing/2014/main" id="{19781BA4-4A1B-6219-E777-DD2117AC72D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419100" y="650763"/>
                    <a:ext cx="6438900" cy="5264608"/>
                  </a:xfrm>
                  <a:prstGeom prst="rect">
                    <a:avLst/>
                  </a:prstGeom>
                </p:spPr>
              </p:pic>
              <p:sp>
                <p:nvSpPr>
                  <p:cNvPr id="6" name="CuadroTexto 5">
                    <a:extLst>
                      <a:ext uri="{FF2B5EF4-FFF2-40B4-BE49-F238E27FC236}">
                        <a16:creationId xmlns:a16="http://schemas.microsoft.com/office/drawing/2014/main" id="{6D9B92D4-2C17-BB2E-91AD-E1730F8B516A}"/>
                      </a:ext>
                    </a:extLst>
                  </p:cNvPr>
                  <p:cNvSpPr txBox="1"/>
                  <p:nvPr/>
                </p:nvSpPr>
                <p:spPr>
                  <a:xfrm>
                    <a:off x="419100" y="650763"/>
                    <a:ext cx="373626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s-ES" sz="1400" b="1" dirty="0">
                        <a:latin typeface="Calibri" panose="020F0502020204030204" pitchFamily="34" charset="0"/>
                        <a:cs typeface="Calibri" panose="020F0502020204030204" pitchFamily="34" charset="0"/>
                      </a:rPr>
                      <a:t>A</a:t>
                    </a:r>
                  </a:p>
                </p:txBody>
              </p:sp>
              <p:sp>
                <p:nvSpPr>
                  <p:cNvPr id="7" name="CuadroTexto 6">
                    <a:extLst>
                      <a:ext uri="{FF2B5EF4-FFF2-40B4-BE49-F238E27FC236}">
                        <a16:creationId xmlns:a16="http://schemas.microsoft.com/office/drawing/2014/main" id="{912A1151-8815-AC82-FAB5-13EFD3634756}"/>
                      </a:ext>
                    </a:extLst>
                  </p:cNvPr>
                  <p:cNvSpPr txBox="1"/>
                  <p:nvPr/>
                </p:nvSpPr>
                <p:spPr>
                  <a:xfrm>
                    <a:off x="3638550" y="650762"/>
                    <a:ext cx="373626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s-ES" sz="1400" b="1" dirty="0">
                        <a:latin typeface="Calibri" panose="020F0502020204030204" pitchFamily="34" charset="0"/>
                        <a:cs typeface="Calibri" panose="020F0502020204030204" pitchFamily="34" charset="0"/>
                      </a:rPr>
                      <a:t>B</a:t>
                    </a:r>
                  </a:p>
                </p:txBody>
              </p:sp>
              <p:sp>
                <p:nvSpPr>
                  <p:cNvPr id="8" name="CuadroTexto 7">
                    <a:extLst>
                      <a:ext uri="{FF2B5EF4-FFF2-40B4-BE49-F238E27FC236}">
                        <a16:creationId xmlns:a16="http://schemas.microsoft.com/office/drawing/2014/main" id="{5863562D-5D82-2185-BD24-A4E2FAD3D2DC}"/>
                      </a:ext>
                    </a:extLst>
                  </p:cNvPr>
                  <p:cNvSpPr txBox="1"/>
                  <p:nvPr/>
                </p:nvSpPr>
                <p:spPr>
                  <a:xfrm>
                    <a:off x="419100" y="3283067"/>
                    <a:ext cx="373626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s-ES" sz="1400" b="1" dirty="0">
                        <a:latin typeface="Calibri" panose="020F0502020204030204" pitchFamily="34" charset="0"/>
                        <a:cs typeface="Calibri" panose="020F0502020204030204" pitchFamily="34" charset="0"/>
                      </a:rPr>
                      <a:t>C</a:t>
                    </a:r>
                  </a:p>
                </p:txBody>
              </p:sp>
              <p:sp>
                <p:nvSpPr>
                  <p:cNvPr id="9" name="CuadroTexto 8">
                    <a:extLst>
                      <a:ext uri="{FF2B5EF4-FFF2-40B4-BE49-F238E27FC236}">
                        <a16:creationId xmlns:a16="http://schemas.microsoft.com/office/drawing/2014/main" id="{E6B17E2F-6673-9F05-B63C-B1756D2C27E5}"/>
                      </a:ext>
                    </a:extLst>
                  </p:cNvPr>
                  <p:cNvSpPr txBox="1"/>
                  <p:nvPr/>
                </p:nvSpPr>
                <p:spPr>
                  <a:xfrm>
                    <a:off x="3638550" y="3283066"/>
                    <a:ext cx="373626" cy="30777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s-ES" sz="1400" b="1" dirty="0">
                        <a:latin typeface="Calibri" panose="020F0502020204030204" pitchFamily="34" charset="0"/>
                        <a:cs typeface="Calibri" panose="020F0502020204030204" pitchFamily="34" charset="0"/>
                      </a:rPr>
                      <a:t>D</a:t>
                    </a:r>
                  </a:p>
                </p:txBody>
              </p:sp>
            </p:grpSp>
            <p:sp>
              <p:nvSpPr>
                <p:cNvPr id="3" name="Rectángulo 2">
                  <a:extLst>
                    <a:ext uri="{FF2B5EF4-FFF2-40B4-BE49-F238E27FC236}">
                      <a16:creationId xmlns:a16="http://schemas.microsoft.com/office/drawing/2014/main" id="{179D9F9B-CEB6-28F9-6062-88293C0B5CA0}"/>
                    </a:ext>
                  </a:extLst>
                </p:cNvPr>
                <p:cNvSpPr/>
                <p:nvPr/>
              </p:nvSpPr>
              <p:spPr>
                <a:xfrm>
                  <a:off x="4257675" y="2971800"/>
                  <a:ext cx="1914525" cy="13335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4" name="Rectángulo 3">
                  <a:extLst>
                    <a:ext uri="{FF2B5EF4-FFF2-40B4-BE49-F238E27FC236}">
                      <a16:creationId xmlns:a16="http://schemas.microsoft.com/office/drawing/2014/main" id="{FF8FE66F-032E-F1C1-DA12-74ECF93B9CB7}"/>
                    </a:ext>
                  </a:extLst>
                </p:cNvPr>
                <p:cNvSpPr/>
                <p:nvPr/>
              </p:nvSpPr>
              <p:spPr>
                <a:xfrm>
                  <a:off x="4257674" y="5597637"/>
                  <a:ext cx="1914525" cy="13335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</p:grpSp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1C8CC0ED-F1ED-4772-59E1-68292E2BB3A1}"/>
                  </a:ext>
                </a:extLst>
              </p:cNvPr>
              <p:cNvSpPr txBox="1"/>
              <p:nvPr/>
            </p:nvSpPr>
            <p:spPr>
              <a:xfrm>
                <a:off x="3926451" y="2793883"/>
                <a:ext cx="2426724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sz="1000" dirty="0"/>
                  <a:t>             Ciliopatía           No ciliopatía</a:t>
                </a:r>
              </a:p>
            </p:txBody>
          </p:sp>
        </p:grpSp>
        <p:sp>
          <p:nvSpPr>
            <p:cNvPr id="14" name="CuadroTexto 13">
              <a:extLst>
                <a:ext uri="{FF2B5EF4-FFF2-40B4-BE49-F238E27FC236}">
                  <a16:creationId xmlns:a16="http://schemas.microsoft.com/office/drawing/2014/main" id="{858B66D0-6AA9-8EAF-FDA3-7C790CA52BDF}"/>
                </a:ext>
              </a:extLst>
            </p:cNvPr>
            <p:cNvSpPr txBox="1"/>
            <p:nvPr/>
          </p:nvSpPr>
          <p:spPr>
            <a:xfrm>
              <a:off x="3945501" y="5427414"/>
              <a:ext cx="242672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000" dirty="0"/>
                <a:t>             Ciliopatía           No ciliopatía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352747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Diagrama&#10;&#10;El contenido generado por IA puede ser incorrecto.">
            <a:extLst>
              <a:ext uri="{FF2B5EF4-FFF2-40B4-BE49-F238E27FC236}">
                <a16:creationId xmlns:a16="http://schemas.microsoft.com/office/drawing/2014/main" id="{BA7BDEC9-A19D-F4B0-2835-158EC98F9B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1717"/>
            <a:ext cx="6858000" cy="5607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46352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Grupo 57">
            <a:extLst>
              <a:ext uri="{FF2B5EF4-FFF2-40B4-BE49-F238E27FC236}">
                <a16:creationId xmlns:a16="http://schemas.microsoft.com/office/drawing/2014/main" id="{1E2AB218-7DF8-CB53-4D66-89DE562A5256}"/>
              </a:ext>
            </a:extLst>
          </p:cNvPr>
          <p:cNvGrpSpPr/>
          <p:nvPr/>
        </p:nvGrpSpPr>
        <p:grpSpPr>
          <a:xfrm>
            <a:off x="417990" y="243956"/>
            <a:ext cx="6022020" cy="8657157"/>
            <a:chOff x="417990" y="243956"/>
            <a:chExt cx="6022020" cy="8657157"/>
          </a:xfrm>
        </p:grpSpPr>
        <p:grpSp>
          <p:nvGrpSpPr>
            <p:cNvPr id="56" name="Grupo 55">
              <a:extLst>
                <a:ext uri="{FF2B5EF4-FFF2-40B4-BE49-F238E27FC236}">
                  <a16:creationId xmlns:a16="http://schemas.microsoft.com/office/drawing/2014/main" id="{1760B42A-83E6-45D6-A399-87B52A35B4A1}"/>
                </a:ext>
              </a:extLst>
            </p:cNvPr>
            <p:cNvGrpSpPr/>
            <p:nvPr/>
          </p:nvGrpSpPr>
          <p:grpSpPr>
            <a:xfrm>
              <a:off x="417990" y="243956"/>
              <a:ext cx="6022020" cy="8657157"/>
              <a:chOff x="417990" y="243956"/>
              <a:chExt cx="6022020" cy="8657157"/>
            </a:xfrm>
          </p:grpSpPr>
          <p:grpSp>
            <p:nvGrpSpPr>
              <p:cNvPr id="54" name="Grupo 53">
                <a:extLst>
                  <a:ext uri="{FF2B5EF4-FFF2-40B4-BE49-F238E27FC236}">
                    <a16:creationId xmlns:a16="http://schemas.microsoft.com/office/drawing/2014/main" id="{6D63D657-4BF0-89FE-91CE-12E128947A08}"/>
                  </a:ext>
                </a:extLst>
              </p:cNvPr>
              <p:cNvGrpSpPr/>
              <p:nvPr/>
            </p:nvGrpSpPr>
            <p:grpSpPr>
              <a:xfrm>
                <a:off x="417990" y="243956"/>
                <a:ext cx="6022020" cy="8657157"/>
                <a:chOff x="417990" y="272531"/>
                <a:chExt cx="6022020" cy="8657157"/>
              </a:xfrm>
            </p:grpSpPr>
            <p:grpSp>
              <p:nvGrpSpPr>
                <p:cNvPr id="52" name="Grupo 51">
                  <a:extLst>
                    <a:ext uri="{FF2B5EF4-FFF2-40B4-BE49-F238E27FC236}">
                      <a16:creationId xmlns:a16="http://schemas.microsoft.com/office/drawing/2014/main" id="{456FC2F8-734E-EBA4-F066-8BCBA089F6FF}"/>
                    </a:ext>
                  </a:extLst>
                </p:cNvPr>
                <p:cNvGrpSpPr/>
                <p:nvPr/>
              </p:nvGrpSpPr>
              <p:grpSpPr>
                <a:xfrm>
                  <a:off x="417990" y="272531"/>
                  <a:ext cx="6022020" cy="8657157"/>
                  <a:chOff x="417990" y="272531"/>
                  <a:chExt cx="6022020" cy="8657157"/>
                </a:xfrm>
              </p:grpSpPr>
              <p:grpSp>
                <p:nvGrpSpPr>
                  <p:cNvPr id="50" name="Grupo 49">
                    <a:extLst>
                      <a:ext uri="{FF2B5EF4-FFF2-40B4-BE49-F238E27FC236}">
                        <a16:creationId xmlns:a16="http://schemas.microsoft.com/office/drawing/2014/main" id="{C66ED5F3-C9A0-86A5-25A8-378444BA5AF0}"/>
                      </a:ext>
                    </a:extLst>
                  </p:cNvPr>
                  <p:cNvGrpSpPr/>
                  <p:nvPr/>
                </p:nvGrpSpPr>
                <p:grpSpPr>
                  <a:xfrm>
                    <a:off x="417990" y="272531"/>
                    <a:ext cx="6022020" cy="8657157"/>
                    <a:chOff x="417990" y="304281"/>
                    <a:chExt cx="6022020" cy="8657157"/>
                  </a:xfrm>
                </p:grpSpPr>
                <p:grpSp>
                  <p:nvGrpSpPr>
                    <p:cNvPr id="48" name="Grupo 47">
                      <a:extLst>
                        <a:ext uri="{FF2B5EF4-FFF2-40B4-BE49-F238E27FC236}">
                          <a16:creationId xmlns:a16="http://schemas.microsoft.com/office/drawing/2014/main" id="{3F206F2C-D97B-0F8A-BDC7-F906712320F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17990" y="304281"/>
                      <a:ext cx="6022020" cy="8657157"/>
                      <a:chOff x="417990" y="304281"/>
                      <a:chExt cx="6022020" cy="8657157"/>
                    </a:xfrm>
                  </p:grpSpPr>
                  <p:grpSp>
                    <p:nvGrpSpPr>
                      <p:cNvPr id="46" name="Grupo 45">
                        <a:extLst>
                          <a:ext uri="{FF2B5EF4-FFF2-40B4-BE49-F238E27FC236}">
                            <a16:creationId xmlns:a16="http://schemas.microsoft.com/office/drawing/2014/main" id="{071833AD-10FE-5084-3CA0-68839B25B169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417990" y="304281"/>
                        <a:ext cx="6022020" cy="8657157"/>
                        <a:chOff x="417990" y="304281"/>
                        <a:chExt cx="6022020" cy="8657157"/>
                      </a:xfrm>
                    </p:grpSpPr>
                    <p:grpSp>
                      <p:nvGrpSpPr>
                        <p:cNvPr id="44" name="Grupo 43">
                          <a:extLst>
                            <a:ext uri="{FF2B5EF4-FFF2-40B4-BE49-F238E27FC236}">
                              <a16:creationId xmlns:a16="http://schemas.microsoft.com/office/drawing/2014/main" id="{5F4EECC8-9742-1377-3795-D38363AEA19D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417990" y="304281"/>
                          <a:ext cx="6022020" cy="8657157"/>
                          <a:chOff x="417990" y="304281"/>
                          <a:chExt cx="6022020" cy="8657157"/>
                        </a:xfrm>
                      </p:grpSpPr>
                      <p:grpSp>
                        <p:nvGrpSpPr>
                          <p:cNvPr id="42" name="Grupo 41">
                            <a:extLst>
                              <a:ext uri="{FF2B5EF4-FFF2-40B4-BE49-F238E27FC236}">
                                <a16:creationId xmlns:a16="http://schemas.microsoft.com/office/drawing/2014/main" id="{52300DCA-979C-1DEB-BB3C-36B63C749BBB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417990" y="304281"/>
                            <a:ext cx="6022020" cy="8657157"/>
                            <a:chOff x="417990" y="285231"/>
                            <a:chExt cx="6022020" cy="8657157"/>
                          </a:xfrm>
                        </p:grpSpPr>
                        <p:grpSp>
                          <p:nvGrpSpPr>
                            <p:cNvPr id="40" name="Grupo 39">
                              <a:extLst>
                                <a:ext uri="{FF2B5EF4-FFF2-40B4-BE49-F238E27FC236}">
                                  <a16:creationId xmlns:a16="http://schemas.microsoft.com/office/drawing/2014/main" id="{B329F870-5736-6B57-BD08-8E69EB541199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417990" y="285231"/>
                              <a:ext cx="6022020" cy="8657157"/>
                              <a:chOff x="417990" y="285231"/>
                              <a:chExt cx="6022020" cy="8657157"/>
                            </a:xfrm>
                          </p:grpSpPr>
                          <p:grpSp>
                            <p:nvGrpSpPr>
                              <p:cNvPr id="38" name="Grupo 37">
                                <a:extLst>
                                  <a:ext uri="{FF2B5EF4-FFF2-40B4-BE49-F238E27FC236}">
                                    <a16:creationId xmlns:a16="http://schemas.microsoft.com/office/drawing/2014/main" id="{EAC1B254-00ED-BDC8-32A7-82F9103B13A7}"/>
                                  </a:ext>
                                </a:extLst>
                              </p:cNvPr>
                              <p:cNvGrpSpPr/>
                              <p:nvPr/>
                            </p:nvGrpSpPr>
                            <p:grpSpPr>
                              <a:xfrm>
                                <a:off x="417990" y="285231"/>
                                <a:ext cx="6022020" cy="8657157"/>
                                <a:chOff x="417990" y="475731"/>
                                <a:chExt cx="6022020" cy="8657157"/>
                              </a:xfrm>
                            </p:grpSpPr>
                            <p:grpSp>
                              <p:nvGrpSpPr>
                                <p:cNvPr id="36" name="Grupo 35">
                                  <a:extLst>
                                    <a:ext uri="{FF2B5EF4-FFF2-40B4-BE49-F238E27FC236}">
                                      <a16:creationId xmlns:a16="http://schemas.microsoft.com/office/drawing/2014/main" id="{3884DB84-522A-6D7C-AD84-96AF02523E0E}"/>
                                    </a:ext>
                                  </a:extLst>
                                </p:cNvPr>
                                <p:cNvGrpSpPr/>
                                <p:nvPr/>
                              </p:nvGrpSpPr>
                              <p:grpSpPr>
                                <a:xfrm>
                                  <a:off x="417990" y="475731"/>
                                  <a:ext cx="6022020" cy="8657157"/>
                                  <a:chOff x="417990" y="463031"/>
                                  <a:chExt cx="6022020" cy="8657157"/>
                                </a:xfrm>
                              </p:grpSpPr>
                              <p:grpSp>
                                <p:nvGrpSpPr>
                                  <p:cNvPr id="31" name="Grupo 30">
                                    <a:extLst>
                                      <a:ext uri="{FF2B5EF4-FFF2-40B4-BE49-F238E27FC236}">
                                        <a16:creationId xmlns:a16="http://schemas.microsoft.com/office/drawing/2014/main" id="{9F78498C-070D-516C-6F7F-821C00861730}"/>
                                      </a:ext>
                                    </a:extLst>
                                  </p:cNvPr>
                                  <p:cNvGrpSpPr/>
                                  <p:nvPr/>
                                </p:nvGrpSpPr>
                                <p:grpSpPr>
                                  <a:xfrm>
                                    <a:off x="417990" y="463031"/>
                                    <a:ext cx="6022020" cy="8657157"/>
                                    <a:chOff x="417990" y="463031"/>
                                    <a:chExt cx="6022020" cy="8657157"/>
                                  </a:xfrm>
                                </p:grpSpPr>
                                <p:grpSp>
                                  <p:nvGrpSpPr>
                                    <p:cNvPr id="28" name="Grupo 27">
                                      <a:extLst>
                                        <a:ext uri="{FF2B5EF4-FFF2-40B4-BE49-F238E27FC236}">
                                          <a16:creationId xmlns:a16="http://schemas.microsoft.com/office/drawing/2014/main" id="{577488B6-0919-2610-DC5B-2F2BC4FDB623}"/>
                                        </a:ext>
                                      </a:extLst>
                                    </p:cNvPr>
                                    <p:cNvGrpSpPr/>
                                    <p:nvPr/>
                                  </p:nvGrpSpPr>
                                  <p:grpSpPr>
                                    <a:xfrm>
                                      <a:off x="417990" y="463031"/>
                                      <a:ext cx="6022020" cy="8657157"/>
                                      <a:chOff x="383542" y="439218"/>
                                      <a:chExt cx="6022020" cy="8657157"/>
                                    </a:xfrm>
                                  </p:grpSpPr>
                                  <p:grpSp>
                                    <p:nvGrpSpPr>
                                      <p:cNvPr id="23" name="Grupo 22">
                                        <a:extLst>
                                          <a:ext uri="{FF2B5EF4-FFF2-40B4-BE49-F238E27FC236}">
                                            <a16:creationId xmlns:a16="http://schemas.microsoft.com/office/drawing/2014/main" id="{6D727885-BCC6-77B7-5C77-54DDB693F533}"/>
                                          </a:ext>
                                        </a:extLst>
                                      </p:cNvPr>
                                      <p:cNvGrpSpPr/>
                                      <p:nvPr/>
                                    </p:nvGrpSpPr>
                                    <p:grpSpPr>
                                      <a:xfrm>
                                        <a:off x="383542" y="439218"/>
                                        <a:ext cx="6022020" cy="8657157"/>
                                        <a:chOff x="383542" y="439218"/>
                                        <a:chExt cx="6022020" cy="8657157"/>
                                      </a:xfrm>
                                    </p:grpSpPr>
                                    <p:grpSp>
                                      <p:nvGrpSpPr>
                                        <p:cNvPr id="19" name="Grupo 18">
                                          <a:extLst>
                                            <a:ext uri="{FF2B5EF4-FFF2-40B4-BE49-F238E27FC236}">
                                              <a16:creationId xmlns:a16="http://schemas.microsoft.com/office/drawing/2014/main" id="{3A97B277-1E70-0447-1067-4DE8F782C2B0}"/>
                                            </a:ext>
                                          </a:extLst>
                                        </p:cNvPr>
                                        <p:cNvGrpSpPr/>
                                        <p:nvPr/>
                                      </p:nvGrpSpPr>
                                      <p:grpSpPr>
                                        <a:xfrm>
                                          <a:off x="383542" y="439218"/>
                                          <a:ext cx="6022020" cy="8657157"/>
                                          <a:chOff x="383542" y="439218"/>
                                          <a:chExt cx="6022020" cy="8657157"/>
                                        </a:xfrm>
                                      </p:grpSpPr>
                                      <p:grpSp>
                                        <p:nvGrpSpPr>
                                          <p:cNvPr id="15" name="Grupo 14">
                                            <a:extLst>
                                              <a:ext uri="{FF2B5EF4-FFF2-40B4-BE49-F238E27FC236}">
                                                <a16:creationId xmlns:a16="http://schemas.microsoft.com/office/drawing/2014/main" id="{777F79F8-12B3-073E-24A4-9BBA20704623}"/>
                                              </a:ext>
                                            </a:extLst>
                                          </p:cNvPr>
                                          <p:cNvGrpSpPr/>
                                          <p:nvPr/>
                                        </p:nvGrpSpPr>
                                        <p:grpSpPr>
                                          <a:xfrm>
                                            <a:off x="383542" y="439218"/>
                                            <a:ext cx="6022020" cy="8657157"/>
                                            <a:chOff x="383542" y="439218"/>
                                            <a:chExt cx="6022020" cy="8657157"/>
                                          </a:xfrm>
                                        </p:grpSpPr>
                                        <p:grpSp>
                                          <p:nvGrpSpPr>
                                            <p:cNvPr id="12" name="Grupo 11">
                                              <a:extLst>
                                                <a:ext uri="{FF2B5EF4-FFF2-40B4-BE49-F238E27FC236}">
                                                  <a16:creationId xmlns:a16="http://schemas.microsoft.com/office/drawing/2014/main" id="{7EB80C81-9DB7-FA58-167F-0E14DAB1AD22}"/>
                                                </a:ext>
                                              </a:extLst>
                                            </p:cNvPr>
                                            <p:cNvGrpSpPr/>
                                            <p:nvPr/>
                                          </p:nvGrpSpPr>
                                          <p:grpSpPr>
                                            <a:xfrm>
                                              <a:off x="383542" y="439218"/>
                                              <a:ext cx="6022020" cy="8657157"/>
                                              <a:chOff x="383542" y="439218"/>
                                              <a:chExt cx="6022020" cy="8657157"/>
                                            </a:xfrm>
                                          </p:grpSpPr>
                                          <p:grpSp>
                                            <p:nvGrpSpPr>
                                              <p:cNvPr id="9" name="Grupo 8">
                                                <a:extLst>
                                                  <a:ext uri="{FF2B5EF4-FFF2-40B4-BE49-F238E27FC236}">
                                                    <a16:creationId xmlns:a16="http://schemas.microsoft.com/office/drawing/2014/main" id="{9176A8BE-D920-BDB8-0F3F-5A87BDEA6ED8}"/>
                                                  </a:ext>
                                                </a:extLst>
                                              </p:cNvPr>
                                              <p:cNvGrpSpPr/>
                                              <p:nvPr/>
                                            </p:nvGrpSpPr>
                                            <p:grpSpPr>
                                              <a:xfrm>
                                                <a:off x="383542" y="439218"/>
                                                <a:ext cx="6022020" cy="5270424"/>
                                                <a:chOff x="383542" y="439218"/>
                                                <a:chExt cx="6022020" cy="5270424"/>
                                              </a:xfrm>
                                            </p:grpSpPr>
                                            <p:pic>
                                              <p:nvPicPr>
                                                <p:cNvPr id="4" name="Imagen 3" descr="Diagrama&#10;&#10;El contenido generado por IA puede ser incorrecto.">
                                                  <a:extLst>
                                                    <a:ext uri="{FF2B5EF4-FFF2-40B4-BE49-F238E27FC236}">
                                                      <a16:creationId xmlns:a16="http://schemas.microsoft.com/office/drawing/2014/main" id="{3B2F6F08-F4FF-E879-6439-96ED0903003E}"/>
                                                    </a:ext>
                                                  </a:extLst>
                                                </p:cNvPr>
                                                <p:cNvPicPr>
                                                  <a:picLocks noChangeAspect="1"/>
                                                </p:cNvPicPr>
                                                <p:nvPr/>
                                              </p:nvPicPr>
                                              <p:blipFill>
                                                <a:blip r:embed="rId3"/>
                                                <a:stretch>
                                                  <a:fillRect/>
                                                </a:stretch>
                                              </p:blipFill>
                                              <p:spPr>
                                                <a:xfrm>
                                                  <a:off x="452437" y="439218"/>
                                                  <a:ext cx="5953125" cy="4867426"/>
                                                </a:xfrm>
                                                <a:prstGeom prst="rect">
                                                  <a:avLst/>
                                                </a:prstGeom>
                                              </p:spPr>
                                            </p:pic>
                                            <p:sp>
                                              <p:nvSpPr>
                                                <p:cNvPr id="7" name="CuadroTexto 6">
                                                  <a:extLst>
                                                    <a:ext uri="{FF2B5EF4-FFF2-40B4-BE49-F238E27FC236}">
                                                      <a16:creationId xmlns:a16="http://schemas.microsoft.com/office/drawing/2014/main" id="{0F16FA66-14E0-76B2-5FA3-1D62FE0EBD74}"/>
                                                    </a:ext>
                                                  </a:extLst>
                                                </p:cNvPr>
                                                <p:cNvSpPr txBox="1"/>
                                                <p:nvPr/>
                                              </p:nvSpPr>
                                              <p:spPr>
                                                <a:xfrm>
                                                  <a:off x="383542" y="439218"/>
                                                  <a:ext cx="373626" cy="307777"/>
                                                </a:xfrm>
                                                <a:prstGeom prst="rect">
                                                  <a:avLst/>
                                                </a:prstGeom>
                                                <a:noFill/>
                                              </p:spPr>
                                              <p:txBody>
                                                <a:bodyPr wrap="square" rtlCol="0">
                                                  <a:spAutoFit/>
                                                </a:bodyPr>
                                                <a:lstStyle/>
                                                <a:p>
                                                  <a:r>
                                                    <a:rPr lang="es-ES" sz="1400" b="1" dirty="0">
                                                      <a:latin typeface="Calibri" panose="020F0502020204030204" pitchFamily="34" charset="0"/>
                                                      <a:cs typeface="Calibri" panose="020F0502020204030204" pitchFamily="34" charset="0"/>
                                                    </a:rPr>
                                                    <a:t>A</a:t>
                                                  </a:r>
                                                </a:p>
                                              </p:txBody>
                                            </p:sp>
                                            <p:sp>
                                              <p:nvSpPr>
                                                <p:cNvPr id="8" name="CuadroTexto 7">
                                                  <a:extLst>
                                                    <a:ext uri="{FF2B5EF4-FFF2-40B4-BE49-F238E27FC236}">
                                                      <a16:creationId xmlns:a16="http://schemas.microsoft.com/office/drawing/2014/main" id="{9AED2F26-7D73-CB3B-3F5C-D850CCEE28E5}"/>
                                                    </a:ext>
                                                  </a:extLst>
                                                </p:cNvPr>
                                                <p:cNvSpPr txBox="1"/>
                                                <p:nvPr/>
                                              </p:nvSpPr>
                                              <p:spPr>
                                                <a:xfrm>
                                                  <a:off x="383542" y="5401865"/>
                                                  <a:ext cx="373626" cy="307777"/>
                                                </a:xfrm>
                                                <a:prstGeom prst="rect">
                                                  <a:avLst/>
                                                </a:prstGeom>
                                                <a:noFill/>
                                              </p:spPr>
                                              <p:txBody>
                                                <a:bodyPr wrap="square" rtlCol="0">
                                                  <a:spAutoFit/>
                                                </a:bodyPr>
                                                <a:lstStyle/>
                                                <a:p>
                                                  <a:r>
                                                    <a:rPr lang="es-ES" sz="1400" b="1" dirty="0">
                                                      <a:latin typeface="Calibri" panose="020F0502020204030204" pitchFamily="34" charset="0"/>
                                                      <a:cs typeface="Calibri" panose="020F0502020204030204" pitchFamily="34" charset="0"/>
                                                    </a:rPr>
                                                    <a:t>B</a:t>
                                                  </a:r>
                                                </a:p>
                                              </p:txBody>
                                            </p:sp>
                                          </p:grpSp>
                                          <p:sp>
                                            <p:nvSpPr>
                                              <p:cNvPr id="11" name="Rectángulo 10">
                                                <a:extLst>
                                                  <a:ext uri="{FF2B5EF4-FFF2-40B4-BE49-F238E27FC236}">
                                                    <a16:creationId xmlns:a16="http://schemas.microsoft.com/office/drawing/2014/main" id="{D2B1CDCD-0057-1FDC-2B3B-D99F7ED943A4}"/>
                                                  </a:ext>
                                                </a:extLst>
                                              </p:cNvPr>
                                              <p:cNvSpPr/>
                                              <p:nvPr/>
                                            </p:nvSpPr>
                                            <p:spPr>
                                              <a:xfrm>
                                                <a:off x="1233488" y="9020175"/>
                                                <a:ext cx="1509712" cy="76200"/>
                                              </a:xfrm>
                                              <a:prstGeom prst="rect">
                                                <a:avLst/>
                                              </a:prstGeom>
                                              <a:solidFill>
                                                <a:schemeClr val="bg1"/>
                                              </a:solidFill>
                                              <a:ln>
                                                <a:solidFill>
                                                  <a:schemeClr val="bg1"/>
                                                </a:solidFill>
                                              </a:ln>
                                            </p:spPr>
                                            <p:style>
                                              <a:lnRef idx="2">
                                                <a:schemeClr val="accent1">
                                                  <a:shade val="15000"/>
                                                </a:schemeClr>
                                              </a:lnRef>
                                              <a:fillRef idx="1">
                                                <a:schemeClr val="accent1"/>
                                              </a:fillRef>
                                              <a:effectRef idx="0">
                                                <a:schemeClr val="accent1"/>
                                              </a:effectRef>
                                              <a:fontRef idx="minor">
                                                <a:schemeClr val="lt1"/>
                                              </a:fontRef>
                                            </p:style>
                                            <p:txBody>
                                              <a:bodyPr rtlCol="0" anchor="ctr"/>
                                              <a:lstStyle/>
                                              <a:p>
                                                <a:pPr algn="ctr"/>
                                                <a:endParaRPr lang="es-ES"/>
                                              </a:p>
                                            </p:txBody>
                                          </p:sp>
                                        </p:grpSp>
                                        <p:sp>
                                          <p:nvSpPr>
                                            <p:cNvPr id="14" name="Rectángulo 13">
                                              <a:extLst>
                                                <a:ext uri="{FF2B5EF4-FFF2-40B4-BE49-F238E27FC236}">
                                                  <a16:creationId xmlns:a16="http://schemas.microsoft.com/office/drawing/2014/main" id="{28432933-8F98-E298-C1D7-B47A62CB41F0}"/>
                                                </a:ext>
                                              </a:extLst>
                                            </p:cNvPr>
                                            <p:cNvSpPr/>
                                            <p:nvPr/>
                                          </p:nvSpPr>
                                          <p:spPr>
                                            <a:xfrm>
                                              <a:off x="4010025" y="9020175"/>
                                              <a:ext cx="1423988" cy="76200"/>
                                            </a:xfrm>
                                            <a:prstGeom prst="rect">
                                              <a:avLst/>
                                            </a:prstGeom>
                                            <a:solidFill>
                                              <a:schemeClr val="bg1"/>
                                            </a:solidFill>
                                            <a:ln>
                                              <a:solidFill>
                                                <a:schemeClr val="bg1"/>
                                              </a:solidFill>
                                            </a:ln>
                                          </p:spPr>
                                          <p:style>
                                            <a:lnRef idx="2">
                                              <a:schemeClr val="accent1">
                                                <a:shade val="15000"/>
                                              </a:schemeClr>
                                            </a:lnRef>
                                            <a:fillRef idx="1">
                                              <a:schemeClr val="accent1"/>
                                            </a:fillRef>
                                            <a:effectRef idx="0">
                                              <a:schemeClr val="accent1"/>
                                            </a:effectRef>
                                            <a:fontRef idx="minor">
                                              <a:schemeClr val="lt1"/>
                                            </a:fontRef>
                                          </p:style>
                                          <p:txBody>
                                            <a:bodyPr rtlCol="0" anchor="ctr"/>
                                            <a:lstStyle/>
                                            <a:p>
                                              <a:pPr algn="ctr"/>
                                              <a:endParaRPr lang="es-ES"/>
                                            </a:p>
                                          </p:txBody>
                                        </p:sp>
                                      </p:grpSp>
                                      <p:sp>
                                        <p:nvSpPr>
                                          <p:cNvPr id="18" name="Rectángulo 17">
                                            <a:extLst>
                                              <a:ext uri="{FF2B5EF4-FFF2-40B4-BE49-F238E27FC236}">
                                                <a16:creationId xmlns:a16="http://schemas.microsoft.com/office/drawing/2014/main" id="{B924CB9A-0E2B-0337-2B96-F6BE20344538}"/>
                                              </a:ext>
                                            </a:extLst>
                                          </p:cNvPr>
                                          <p:cNvSpPr/>
                                          <p:nvPr/>
                                        </p:nvSpPr>
                                        <p:spPr>
                                          <a:xfrm>
                                            <a:off x="3000375" y="7143750"/>
                                            <a:ext cx="303970" cy="119063"/>
                                          </a:xfrm>
                                          <a:prstGeom prst="rect">
                                            <a:avLst/>
                                          </a:prstGeom>
                                          <a:solidFill>
                                            <a:schemeClr val="bg1"/>
                                          </a:solidFill>
                                          <a:ln>
                                            <a:solidFill>
                                              <a:schemeClr val="bg1"/>
                                            </a:solidFill>
                                          </a:ln>
                                        </p:spPr>
                                        <p:style>
                                          <a:lnRef idx="2">
                                            <a:schemeClr val="accent1">
                                              <a:shade val="15000"/>
                                            </a:schemeClr>
                                          </a:lnRef>
                                          <a:fillRef idx="1">
                                            <a:schemeClr val="accent1"/>
                                          </a:fillRef>
                                          <a:effectRef idx="0">
                                            <a:schemeClr val="accent1"/>
                                          </a:effectRef>
                                          <a:fontRef idx="minor">
                                            <a:schemeClr val="lt1"/>
                                          </a:fontRef>
                                        </p:style>
                                        <p:txBody>
                                          <a:bodyPr rtlCol="0" anchor="ctr"/>
                                          <a:lstStyle/>
                                          <a:p>
                                            <a:pPr algn="ctr"/>
                                            <a:endParaRPr lang="es-ES"/>
                                          </a:p>
                                        </p:txBody>
                                      </p:sp>
                                    </p:grpSp>
                                    <p:sp>
                                      <p:nvSpPr>
                                        <p:cNvPr id="22" name="Rectángulo 21">
                                          <a:extLst>
                                            <a:ext uri="{FF2B5EF4-FFF2-40B4-BE49-F238E27FC236}">
                                              <a16:creationId xmlns:a16="http://schemas.microsoft.com/office/drawing/2014/main" id="{79558E7A-E164-C96A-3D5F-73CD26EC76D9}"/>
                                            </a:ext>
                                          </a:extLst>
                                        </p:cNvPr>
                                        <p:cNvSpPr/>
                                        <p:nvPr/>
                                      </p:nvSpPr>
                                      <p:spPr>
                                        <a:xfrm>
                                          <a:off x="5719763" y="7143750"/>
                                          <a:ext cx="270632" cy="119063"/>
                                        </a:xfrm>
                                        <a:prstGeom prst="rect">
                                          <a:avLst/>
                                        </a:prstGeom>
                                        <a:solidFill>
                                          <a:schemeClr val="bg1"/>
                                        </a:solidFill>
                                        <a:ln>
                                          <a:solidFill>
                                            <a:schemeClr val="bg1"/>
                                          </a:solidFill>
                                        </a:ln>
                                      </p:spPr>
                                      <p:style>
                                        <a:lnRef idx="2">
                                          <a:schemeClr val="accent1">
                                            <a:shade val="15000"/>
                                          </a:schemeClr>
                                        </a:lnRef>
                                        <a:fillRef idx="1">
                                          <a:schemeClr val="accent1"/>
                                        </a:fillRef>
                                        <a:effectRef idx="0">
                                          <a:schemeClr val="accent1"/>
                                        </a:effectRef>
                                        <a:fontRef idx="minor">
                                          <a:schemeClr val="lt1"/>
                                        </a:fontRef>
                                      </p:style>
                                      <p:txBody>
                                        <a:bodyPr rtlCol="0" anchor="ctr"/>
                                        <a:lstStyle/>
                                        <a:p>
                                          <a:pPr algn="ctr"/>
                                          <a:endParaRPr lang="es-ES"/>
                                        </a:p>
                                      </p:txBody>
                                    </p:sp>
                                  </p:grpSp>
                                  <p:sp>
                                    <p:nvSpPr>
                                      <p:cNvPr id="27" name="Rectángulo 26">
                                        <a:extLst>
                                          <a:ext uri="{FF2B5EF4-FFF2-40B4-BE49-F238E27FC236}">
                                            <a16:creationId xmlns:a16="http://schemas.microsoft.com/office/drawing/2014/main" id="{FF142AEF-D73C-2984-04DC-F07E26A0B74F}"/>
                                          </a:ext>
                                        </a:extLst>
                                      </p:cNvPr>
                                      <p:cNvSpPr/>
                                      <p:nvPr/>
                                    </p:nvSpPr>
                                    <p:spPr>
                                      <a:xfrm>
                                        <a:off x="3193669" y="7295614"/>
                                        <a:ext cx="197231" cy="249110"/>
                                      </a:xfrm>
                                      <a:prstGeom prst="rect">
                                        <a:avLst/>
                                      </a:prstGeom>
                                      <a:solidFill>
                                        <a:schemeClr val="bg1"/>
                                      </a:solidFill>
                                      <a:ln>
                                        <a:solidFill>
                                          <a:schemeClr val="bg1"/>
                                        </a:solidFill>
                                      </a:ln>
                                    </p:spPr>
                                    <p:style>
                                      <a:lnRef idx="2">
                                        <a:schemeClr val="accent1">
                                          <a:shade val="15000"/>
                                        </a:schemeClr>
                                      </a:lnRef>
                                      <a:fillRef idx="1">
                                        <a:schemeClr val="accent1"/>
                                      </a:fillRef>
                                      <a:effectRef idx="0">
                                        <a:schemeClr val="accent1"/>
                                      </a:effectRef>
                                      <a:fontRef idx="minor">
                                        <a:schemeClr val="lt1"/>
                                      </a:fontRef>
                                    </p:style>
                                    <p:txBody>
                                      <a:bodyPr rtlCol="0" anchor="ctr"/>
                                      <a:lstStyle/>
                                      <a:p>
                                        <a:pPr algn="ctr"/>
                                        <a:endParaRPr lang="es-ES"/>
                                      </a:p>
                                    </p:txBody>
                                  </p:sp>
                                </p:grpSp>
                                <p:sp>
                                  <p:nvSpPr>
                                    <p:cNvPr id="30" name="Rectángulo 29">
                                      <a:extLst>
                                        <a:ext uri="{FF2B5EF4-FFF2-40B4-BE49-F238E27FC236}">
                                          <a16:creationId xmlns:a16="http://schemas.microsoft.com/office/drawing/2014/main" id="{53C23EA2-B192-CF50-BEE4-91EB6275D058}"/>
                                        </a:ext>
                                      </a:extLst>
                                    </p:cNvPr>
                                    <p:cNvSpPr/>
                                    <p:nvPr/>
                                  </p:nvSpPr>
                                  <p:spPr>
                                    <a:xfrm>
                                      <a:off x="5921311" y="7319427"/>
                                      <a:ext cx="270632" cy="249110"/>
                                    </a:xfrm>
                                    <a:prstGeom prst="rect">
                                      <a:avLst/>
                                    </a:prstGeom>
                                    <a:solidFill>
                                      <a:schemeClr val="bg1"/>
                                    </a:solidFill>
                                    <a:ln>
                                      <a:solidFill>
                                        <a:schemeClr val="bg1"/>
                                      </a:solidFill>
                                    </a:ln>
                                  </p:spPr>
                                  <p:style>
                                    <a:lnRef idx="2">
                                      <a:schemeClr val="accent1">
                                        <a:shade val="15000"/>
                                      </a:schemeClr>
                                    </a:lnRef>
                                    <a:fillRef idx="1">
                                      <a:schemeClr val="accent1"/>
                                    </a:fillRef>
                                    <a:effectRef idx="0">
                                      <a:schemeClr val="accent1"/>
                                    </a:effectRef>
                                    <a:fontRef idx="minor">
                                      <a:schemeClr val="lt1"/>
                                    </a:fontRef>
                                  </p:style>
                                  <p:txBody>
                                    <a:bodyPr rtlCol="0" anchor="ctr"/>
                                    <a:lstStyle/>
                                    <a:p>
                                      <a:pPr algn="ctr"/>
                                      <a:endParaRPr lang="es-ES"/>
                                    </a:p>
                                  </p:txBody>
                                </p:sp>
                              </p:grpSp>
                              <p:grpSp>
                                <p:nvGrpSpPr>
                                  <p:cNvPr id="35" name="Grupo 34">
                                    <a:extLst>
                                      <a:ext uri="{FF2B5EF4-FFF2-40B4-BE49-F238E27FC236}">
                                        <a16:creationId xmlns:a16="http://schemas.microsoft.com/office/drawing/2014/main" id="{3B7C1CBF-0E85-9078-3B51-EB1C8E7CB3E0}"/>
                                      </a:ext>
                                    </a:extLst>
                                  </p:cNvPr>
                                  <p:cNvGrpSpPr/>
                                  <p:nvPr/>
                                </p:nvGrpSpPr>
                                <p:grpSpPr>
                                  <a:xfrm>
                                    <a:off x="1064685" y="5363171"/>
                                    <a:ext cx="4797524" cy="3680817"/>
                                    <a:chOff x="1026586" y="5400513"/>
                                    <a:chExt cx="4797524" cy="3680817"/>
                                  </a:xfrm>
                                </p:grpSpPr>
                                <p:pic>
                                  <p:nvPicPr>
                                    <p:cNvPr id="3" name="Imagen 2" descr="Gráfico, Gráfico de barras, Gráfico de rectángulos&#10;&#10;El contenido generado por IA puede ser incorrecto.">
                                      <a:extLst>
                                        <a:ext uri="{FF2B5EF4-FFF2-40B4-BE49-F238E27FC236}">
                                          <a16:creationId xmlns:a16="http://schemas.microsoft.com/office/drawing/2014/main" id="{CF7BC9BE-DF18-F411-6C5A-DFDFEA407890}"/>
                                        </a:ext>
                                      </a:extLst>
                                    </p:cNvPr>
                                    <p:cNvPicPr>
                                      <a:picLocks noChangeAspect="1"/>
                                    </p:cNvPicPr>
                                    <p:nvPr/>
                                  </p:nvPicPr>
                                  <p:blipFill>
                                    <a:blip r:embed="rId4"/>
                                    <a:stretch>
                                      <a:fillRect/>
                                    </a:stretch>
                                  </p:blipFill>
                                  <p:spPr>
                                    <a:xfrm>
                                      <a:off x="1026586" y="5400513"/>
                                      <a:ext cx="4797524" cy="3680817"/>
                                    </a:xfrm>
                                    <a:prstGeom prst="rect">
                                      <a:avLst/>
                                    </a:prstGeom>
                                  </p:spPr>
                                </p:pic>
                                <p:sp>
                                  <p:nvSpPr>
                                    <p:cNvPr id="5" name="Rectángulo 4">
                                      <a:extLst>
                                        <a:ext uri="{FF2B5EF4-FFF2-40B4-BE49-F238E27FC236}">
                                          <a16:creationId xmlns:a16="http://schemas.microsoft.com/office/drawing/2014/main" id="{7EC55298-9907-4BD6-793B-0FF4C768185D}"/>
                                        </a:ext>
                                      </a:extLst>
                                    </p:cNvPr>
                                    <p:cNvSpPr/>
                                    <p:nvPr/>
                                  </p:nvSpPr>
                                  <p:spPr>
                                    <a:xfrm>
                                      <a:off x="1466850" y="8890830"/>
                                      <a:ext cx="1397000" cy="76200"/>
                                    </a:xfrm>
                                    <a:prstGeom prst="rect">
                                      <a:avLst/>
                                    </a:prstGeom>
                                    <a:solidFill>
                                      <a:schemeClr val="bg1"/>
                                    </a:solidFill>
                                    <a:ln>
                                      <a:solidFill>
                                        <a:schemeClr val="bg1"/>
                                      </a:solidFill>
                                    </a:ln>
                                  </p:spPr>
                                  <p:style>
                                    <a:lnRef idx="2">
                                      <a:schemeClr val="accent1">
                                        <a:shade val="15000"/>
                                      </a:schemeClr>
                                    </a:lnRef>
                                    <a:fillRef idx="1">
                                      <a:schemeClr val="accent1"/>
                                    </a:fillRef>
                                    <a:effectRef idx="0">
                                      <a:schemeClr val="accent1"/>
                                    </a:effectRef>
                                    <a:fontRef idx="minor">
                                      <a:schemeClr val="lt1"/>
                                    </a:fontRef>
                                  </p:style>
                                  <p:txBody>
                                    <a:bodyPr rtlCol="0" anchor="ctr"/>
                                    <a:lstStyle/>
                                    <a:p>
                                      <a:pPr algn="ctr"/>
                                      <a:endParaRPr lang="es-ES"/>
                                    </a:p>
                                  </p:txBody>
                                </p:sp>
                              </p:grpSp>
                            </p:grpSp>
                            <p:sp>
                              <p:nvSpPr>
                                <p:cNvPr id="37" name="CuadroTexto 36">
                                  <a:extLst>
                                    <a:ext uri="{FF2B5EF4-FFF2-40B4-BE49-F238E27FC236}">
                                      <a16:creationId xmlns:a16="http://schemas.microsoft.com/office/drawing/2014/main" id="{5561150C-93AC-7CA4-16BC-F259F3E83BBF}"/>
                                    </a:ext>
                                  </a:extLst>
                                </p:cNvPr>
                                <p:cNvSpPr txBox="1"/>
                                <p:nvPr/>
                              </p:nvSpPr>
                              <p:spPr>
                                <a:xfrm>
                                  <a:off x="1333060" y="8819173"/>
                                  <a:ext cx="2070856" cy="169277"/>
                                </a:xfrm>
                                <a:prstGeom prst="rect">
                                  <a:avLst/>
                                </a:prstGeom>
                                <a:noFill/>
                              </p:spPr>
                              <p:txBody>
                                <a:bodyPr wrap="square" rtlCol="0">
                                  <a:spAutoFit/>
                                </a:bodyPr>
                                <a:lstStyle/>
                                <a:p>
                                  <a:r>
                                    <a:rPr lang="es-ES" sz="500" dirty="0"/>
                                    <a:t>                   Ciliopatía                                  No ciliopatía</a:t>
                                  </a:r>
                                </a:p>
                              </p:txBody>
                            </p:sp>
                          </p:grpSp>
                          <p:sp>
                            <p:nvSpPr>
                              <p:cNvPr id="39" name="Rectángulo 38">
                                <a:extLst>
                                  <a:ext uri="{FF2B5EF4-FFF2-40B4-BE49-F238E27FC236}">
                                    <a16:creationId xmlns:a16="http://schemas.microsoft.com/office/drawing/2014/main" id="{70010AB6-C8EE-013E-A31B-E922307A30F1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3983831" y="8675688"/>
                                <a:ext cx="1221582" cy="76200"/>
                              </a:xfrm>
                              <a:prstGeom prst="rect">
                                <a:avLst/>
                              </a:prstGeom>
                              <a:solidFill>
                                <a:schemeClr val="bg1"/>
                              </a:solidFill>
                              <a:ln>
                                <a:solidFill>
                                  <a:schemeClr val="bg1"/>
                                </a:solidFill>
                              </a:ln>
                            </p:spPr>
                            <p:style>
                              <a:lnRef idx="2">
                                <a:schemeClr val="accent1">
                                  <a:shade val="15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algn="ctr"/>
                                <a:endParaRPr lang="es-ES"/>
                              </a:p>
                            </p:txBody>
                          </p:sp>
                        </p:grpSp>
                        <p:sp>
                          <p:nvSpPr>
                            <p:cNvPr id="41" name="CuadroTexto 40">
                              <a:extLst>
                                <a:ext uri="{FF2B5EF4-FFF2-40B4-BE49-F238E27FC236}">
                                  <a16:creationId xmlns:a16="http://schemas.microsoft.com/office/drawing/2014/main" id="{6541A8E4-15F4-27D2-CB3B-E810105C7120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3743451" y="8628673"/>
                              <a:ext cx="2070856" cy="169277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r>
                                <a:rPr lang="es-ES" sz="500" dirty="0"/>
                                <a:t>                   Ciliopatía                                  No ciliopatía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43" name="Rectángulo 42">
                            <a:extLst>
                              <a:ext uri="{FF2B5EF4-FFF2-40B4-BE49-F238E27FC236}">
                                <a16:creationId xmlns:a16="http://schemas.microsoft.com/office/drawing/2014/main" id="{1D2F6DBB-ACCD-D58C-3C5C-1C1FDECEA61F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3124200" y="6826250"/>
                            <a:ext cx="214593" cy="106363"/>
                          </a:xfrm>
                          <a:prstGeom prst="rect">
                            <a:avLst/>
                          </a:prstGeom>
                          <a:solidFill>
                            <a:schemeClr val="bg1"/>
                          </a:solidFill>
                          <a:ln>
                            <a:solidFill>
                              <a:schemeClr val="bg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/>
                          </a:p>
                        </p:txBody>
                      </p:sp>
                    </p:grpSp>
                    <p:sp>
                      <p:nvSpPr>
                        <p:cNvPr id="45" name="CuadroTexto 44">
                          <a:extLst>
                            <a:ext uri="{FF2B5EF4-FFF2-40B4-BE49-F238E27FC236}">
                              <a16:creationId xmlns:a16="http://schemas.microsoft.com/office/drawing/2014/main" id="{0A33C59E-2BF2-F64B-1096-7272E09D1735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3034823" y="6807747"/>
                          <a:ext cx="501956" cy="184666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:r>
                            <a:rPr lang="es-ES" sz="600" dirty="0" err="1"/>
                            <a:t>Cluster</a:t>
                          </a:r>
                          <a:endParaRPr lang="es-ES" sz="600" dirty="0"/>
                        </a:p>
                      </p:txBody>
                    </p:sp>
                  </p:grpSp>
                  <p:sp>
                    <p:nvSpPr>
                      <p:cNvPr id="47" name="Rectángulo 46">
                        <a:extLst>
                          <a:ext uri="{FF2B5EF4-FFF2-40B4-BE49-F238E27FC236}">
                            <a16:creationId xmlns:a16="http://schemas.microsoft.com/office/drawing/2014/main" id="{2F96EEC2-9424-9DD6-D9A9-AE5A23DC841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492750" y="6807200"/>
                        <a:ext cx="260350" cy="1206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chemeClr val="bg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</p:grpSp>
                <p:sp>
                  <p:nvSpPr>
                    <p:cNvPr id="49" name="CuadroTexto 48">
                      <a:extLst>
                        <a:ext uri="{FF2B5EF4-FFF2-40B4-BE49-F238E27FC236}">
                          <a16:creationId xmlns:a16="http://schemas.microsoft.com/office/drawing/2014/main" id="{AB58719C-2BDD-BFB3-EB2F-7C58AA8C8CD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408339" y="6807747"/>
                      <a:ext cx="501956" cy="18466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s-ES" sz="600" dirty="0" err="1"/>
                        <a:t>Cluster</a:t>
                      </a:r>
                      <a:endParaRPr lang="es-ES" sz="600" dirty="0"/>
                    </a:p>
                  </p:txBody>
                </p:sp>
              </p:grpSp>
              <p:sp>
                <p:nvSpPr>
                  <p:cNvPr id="51" name="Rectángulo 50">
                    <a:extLst>
                      <a:ext uri="{FF2B5EF4-FFF2-40B4-BE49-F238E27FC236}">
                        <a16:creationId xmlns:a16="http://schemas.microsoft.com/office/drawing/2014/main" id="{16B7D0F0-080A-0C76-6A9F-A93CC45311D4}"/>
                      </a:ext>
                    </a:extLst>
                  </p:cNvPr>
                  <p:cNvSpPr/>
                  <p:nvPr/>
                </p:nvSpPr>
                <p:spPr>
                  <a:xfrm>
                    <a:off x="3268943" y="6941077"/>
                    <a:ext cx="139700" cy="2032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  <p:sp>
              <p:nvSpPr>
                <p:cNvPr id="53" name="Rectángulo 52">
                  <a:extLst>
                    <a:ext uri="{FF2B5EF4-FFF2-40B4-BE49-F238E27FC236}">
                      <a16:creationId xmlns:a16="http://schemas.microsoft.com/office/drawing/2014/main" id="{5CC48798-ED77-1AF8-0A0E-57AD38504986}"/>
                    </a:ext>
                  </a:extLst>
                </p:cNvPr>
                <p:cNvSpPr/>
                <p:nvPr/>
              </p:nvSpPr>
              <p:spPr>
                <a:xfrm>
                  <a:off x="5682210" y="6960663"/>
                  <a:ext cx="139700" cy="2032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</p:grpSp>
          <p:sp>
            <p:nvSpPr>
              <p:cNvPr id="55" name="CuadroTexto 54">
                <a:extLst>
                  <a:ext uri="{FF2B5EF4-FFF2-40B4-BE49-F238E27FC236}">
                    <a16:creationId xmlns:a16="http://schemas.microsoft.com/office/drawing/2014/main" id="{194B9B3A-152E-CBAF-238F-90FFF83A998D}"/>
                  </a:ext>
                </a:extLst>
              </p:cNvPr>
              <p:cNvSpPr txBox="1"/>
              <p:nvPr/>
            </p:nvSpPr>
            <p:spPr>
              <a:xfrm>
                <a:off x="3168528" y="6839755"/>
                <a:ext cx="438151" cy="3120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s-ES" sz="500" dirty="0"/>
                  <a:t>Azul</a:t>
                </a:r>
              </a:p>
              <a:p>
                <a:pPr>
                  <a:lnSpc>
                    <a:spcPct val="150000"/>
                  </a:lnSpc>
                </a:pPr>
                <a:r>
                  <a:rPr lang="es-ES" sz="500" dirty="0"/>
                  <a:t>Rojo</a:t>
                </a:r>
              </a:p>
            </p:txBody>
          </p:sp>
        </p:grpSp>
        <p:sp>
          <p:nvSpPr>
            <p:cNvPr id="57" name="CuadroTexto 56">
              <a:extLst>
                <a:ext uri="{FF2B5EF4-FFF2-40B4-BE49-F238E27FC236}">
                  <a16:creationId xmlns:a16="http://schemas.microsoft.com/office/drawing/2014/main" id="{25169A7B-FBBB-4DAB-A084-9C568A9C4583}"/>
                </a:ext>
              </a:extLst>
            </p:cNvPr>
            <p:cNvSpPr txBox="1"/>
            <p:nvPr/>
          </p:nvSpPr>
          <p:spPr>
            <a:xfrm>
              <a:off x="5588579" y="6851982"/>
              <a:ext cx="438151" cy="3120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s-ES" sz="500" dirty="0"/>
                <a:t>Azul</a:t>
              </a:r>
            </a:p>
            <a:p>
              <a:pPr>
                <a:lnSpc>
                  <a:spcPct val="150000"/>
                </a:lnSpc>
              </a:pPr>
              <a:r>
                <a:rPr lang="es-ES" sz="500" dirty="0"/>
                <a:t>Rojo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0564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rupo 45">
            <a:extLst>
              <a:ext uri="{FF2B5EF4-FFF2-40B4-BE49-F238E27FC236}">
                <a16:creationId xmlns:a16="http://schemas.microsoft.com/office/drawing/2014/main" id="{FF0B1A05-5E13-1AAB-A1AB-F27AAADF3BA0}"/>
              </a:ext>
            </a:extLst>
          </p:cNvPr>
          <p:cNvGrpSpPr/>
          <p:nvPr/>
        </p:nvGrpSpPr>
        <p:grpSpPr>
          <a:xfrm>
            <a:off x="259234" y="368263"/>
            <a:ext cx="6664355" cy="4843823"/>
            <a:chOff x="259234" y="345403"/>
            <a:chExt cx="6664355" cy="4843823"/>
          </a:xfrm>
        </p:grpSpPr>
        <p:grpSp>
          <p:nvGrpSpPr>
            <p:cNvPr id="44" name="Grupo 43">
              <a:extLst>
                <a:ext uri="{FF2B5EF4-FFF2-40B4-BE49-F238E27FC236}">
                  <a16:creationId xmlns:a16="http://schemas.microsoft.com/office/drawing/2014/main" id="{EA740E84-D135-E12F-77FA-021A67714246}"/>
                </a:ext>
              </a:extLst>
            </p:cNvPr>
            <p:cNvGrpSpPr/>
            <p:nvPr/>
          </p:nvGrpSpPr>
          <p:grpSpPr>
            <a:xfrm>
              <a:off x="259234" y="345403"/>
              <a:ext cx="6664355" cy="4843823"/>
              <a:chOff x="259234" y="345403"/>
              <a:chExt cx="6664355" cy="4843823"/>
            </a:xfrm>
          </p:grpSpPr>
          <p:grpSp>
            <p:nvGrpSpPr>
              <p:cNvPr id="42" name="Grupo 41">
                <a:extLst>
                  <a:ext uri="{FF2B5EF4-FFF2-40B4-BE49-F238E27FC236}">
                    <a16:creationId xmlns:a16="http://schemas.microsoft.com/office/drawing/2014/main" id="{658ACFDE-C2F3-6843-F35A-F5C2A3FC611D}"/>
                  </a:ext>
                </a:extLst>
              </p:cNvPr>
              <p:cNvGrpSpPr/>
              <p:nvPr/>
            </p:nvGrpSpPr>
            <p:grpSpPr>
              <a:xfrm>
                <a:off x="259234" y="345403"/>
                <a:ext cx="6664355" cy="4843823"/>
                <a:chOff x="259234" y="345403"/>
                <a:chExt cx="6664355" cy="4843823"/>
              </a:xfrm>
            </p:grpSpPr>
            <p:grpSp>
              <p:nvGrpSpPr>
                <p:cNvPr id="40" name="Grupo 39">
                  <a:extLst>
                    <a:ext uri="{FF2B5EF4-FFF2-40B4-BE49-F238E27FC236}">
                      <a16:creationId xmlns:a16="http://schemas.microsoft.com/office/drawing/2014/main" id="{744D47A7-1840-1F46-6ADA-1BD5C4BC1BB7}"/>
                    </a:ext>
                  </a:extLst>
                </p:cNvPr>
                <p:cNvGrpSpPr/>
                <p:nvPr/>
              </p:nvGrpSpPr>
              <p:grpSpPr>
                <a:xfrm>
                  <a:off x="259234" y="345403"/>
                  <a:ext cx="6664355" cy="4843823"/>
                  <a:chOff x="259234" y="345403"/>
                  <a:chExt cx="6664355" cy="4843823"/>
                </a:xfrm>
              </p:grpSpPr>
              <p:grpSp>
                <p:nvGrpSpPr>
                  <p:cNvPr id="38" name="Grupo 37">
                    <a:extLst>
                      <a:ext uri="{FF2B5EF4-FFF2-40B4-BE49-F238E27FC236}">
                        <a16:creationId xmlns:a16="http://schemas.microsoft.com/office/drawing/2014/main" id="{C62E9E62-7033-950B-60FF-D7EFE75E011F}"/>
                      </a:ext>
                    </a:extLst>
                  </p:cNvPr>
                  <p:cNvGrpSpPr/>
                  <p:nvPr/>
                </p:nvGrpSpPr>
                <p:grpSpPr>
                  <a:xfrm>
                    <a:off x="259234" y="345403"/>
                    <a:ext cx="6664355" cy="4843823"/>
                    <a:chOff x="259234" y="345403"/>
                    <a:chExt cx="6664355" cy="4843823"/>
                  </a:xfrm>
                </p:grpSpPr>
                <p:grpSp>
                  <p:nvGrpSpPr>
                    <p:cNvPr id="36" name="Grupo 35">
                      <a:extLst>
                        <a:ext uri="{FF2B5EF4-FFF2-40B4-BE49-F238E27FC236}">
                          <a16:creationId xmlns:a16="http://schemas.microsoft.com/office/drawing/2014/main" id="{1C7C7C8B-B9F6-4C84-676F-70EC5393E73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59234" y="345403"/>
                      <a:ext cx="6664355" cy="4736027"/>
                      <a:chOff x="259234" y="345403"/>
                      <a:chExt cx="6664355" cy="4736027"/>
                    </a:xfrm>
                  </p:grpSpPr>
                  <p:grpSp>
                    <p:nvGrpSpPr>
                      <p:cNvPr id="34" name="Grupo 33">
                        <a:extLst>
                          <a:ext uri="{FF2B5EF4-FFF2-40B4-BE49-F238E27FC236}">
                            <a16:creationId xmlns:a16="http://schemas.microsoft.com/office/drawing/2014/main" id="{CFFC8AD8-EB19-A207-DD8D-E8E35203C11F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59234" y="345403"/>
                        <a:ext cx="6664355" cy="4736027"/>
                        <a:chOff x="259234" y="345403"/>
                        <a:chExt cx="6664355" cy="4736027"/>
                      </a:xfrm>
                    </p:grpSpPr>
                    <p:grpSp>
                      <p:nvGrpSpPr>
                        <p:cNvPr id="32" name="Grupo 31">
                          <a:extLst>
                            <a:ext uri="{FF2B5EF4-FFF2-40B4-BE49-F238E27FC236}">
                              <a16:creationId xmlns:a16="http://schemas.microsoft.com/office/drawing/2014/main" id="{0F8682ED-0BCC-3460-07E0-CA60434CA073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259234" y="345403"/>
                          <a:ext cx="6664355" cy="4736027"/>
                          <a:chOff x="259234" y="345403"/>
                          <a:chExt cx="6664355" cy="4736027"/>
                        </a:xfrm>
                      </p:grpSpPr>
                      <p:grpSp>
                        <p:nvGrpSpPr>
                          <p:cNvPr id="30" name="Grupo 29">
                            <a:extLst>
                              <a:ext uri="{FF2B5EF4-FFF2-40B4-BE49-F238E27FC236}">
                                <a16:creationId xmlns:a16="http://schemas.microsoft.com/office/drawing/2014/main" id="{850FB823-1391-BF0D-5077-02A9B8C5EC6D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259234" y="345403"/>
                            <a:ext cx="6664355" cy="4736027"/>
                            <a:chOff x="259234" y="345403"/>
                            <a:chExt cx="6664355" cy="4736027"/>
                          </a:xfrm>
                        </p:grpSpPr>
                        <p:grpSp>
                          <p:nvGrpSpPr>
                            <p:cNvPr id="28" name="Grupo 27">
                              <a:extLst>
                                <a:ext uri="{FF2B5EF4-FFF2-40B4-BE49-F238E27FC236}">
                                  <a16:creationId xmlns:a16="http://schemas.microsoft.com/office/drawing/2014/main" id="{55E2B875-6F0D-4D40-B200-26843A42ABFC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259234" y="345403"/>
                              <a:ext cx="6664355" cy="4736027"/>
                              <a:chOff x="259234" y="345403"/>
                              <a:chExt cx="6664355" cy="4736027"/>
                            </a:xfrm>
                          </p:grpSpPr>
                          <p:grpSp>
                            <p:nvGrpSpPr>
                              <p:cNvPr id="26" name="Grupo 25">
                                <a:extLst>
                                  <a:ext uri="{FF2B5EF4-FFF2-40B4-BE49-F238E27FC236}">
                                    <a16:creationId xmlns:a16="http://schemas.microsoft.com/office/drawing/2014/main" id="{03D509A1-AA83-9B57-9D2F-635EFD309294}"/>
                                  </a:ext>
                                </a:extLst>
                              </p:cNvPr>
                              <p:cNvGrpSpPr/>
                              <p:nvPr/>
                            </p:nvGrpSpPr>
                            <p:grpSpPr>
                              <a:xfrm>
                                <a:off x="259234" y="345403"/>
                                <a:ext cx="6664355" cy="4736027"/>
                                <a:chOff x="259234" y="345403"/>
                                <a:chExt cx="6664355" cy="4736027"/>
                              </a:xfrm>
                            </p:grpSpPr>
                            <p:grpSp>
                              <p:nvGrpSpPr>
                                <p:cNvPr id="24" name="Grupo 23">
                                  <a:extLst>
                                    <a:ext uri="{FF2B5EF4-FFF2-40B4-BE49-F238E27FC236}">
                                      <a16:creationId xmlns:a16="http://schemas.microsoft.com/office/drawing/2014/main" id="{8D9C9678-9C45-B8AC-B4F9-768660C5E0E2}"/>
                                    </a:ext>
                                  </a:extLst>
                                </p:cNvPr>
                                <p:cNvGrpSpPr/>
                                <p:nvPr/>
                              </p:nvGrpSpPr>
                              <p:grpSpPr>
                                <a:xfrm>
                                  <a:off x="259234" y="345403"/>
                                  <a:ext cx="6664355" cy="4736027"/>
                                  <a:chOff x="259234" y="345403"/>
                                  <a:chExt cx="6664355" cy="4736027"/>
                                </a:xfrm>
                              </p:grpSpPr>
                              <p:grpSp>
                                <p:nvGrpSpPr>
                                  <p:cNvPr id="22" name="Grupo 21">
                                    <a:extLst>
                                      <a:ext uri="{FF2B5EF4-FFF2-40B4-BE49-F238E27FC236}">
                                        <a16:creationId xmlns:a16="http://schemas.microsoft.com/office/drawing/2014/main" id="{729CA3B3-712B-6819-54BF-18B4A95698F2}"/>
                                      </a:ext>
                                    </a:extLst>
                                  </p:cNvPr>
                                  <p:cNvGrpSpPr/>
                                  <p:nvPr/>
                                </p:nvGrpSpPr>
                                <p:grpSpPr>
                                  <a:xfrm>
                                    <a:off x="259234" y="345403"/>
                                    <a:ext cx="6664355" cy="4736027"/>
                                    <a:chOff x="259234" y="345403"/>
                                    <a:chExt cx="6664355" cy="4736027"/>
                                  </a:xfrm>
                                </p:grpSpPr>
                                <p:grpSp>
                                  <p:nvGrpSpPr>
                                    <p:cNvPr id="20" name="Grupo 19">
                                      <a:extLst>
                                        <a:ext uri="{FF2B5EF4-FFF2-40B4-BE49-F238E27FC236}">
                                          <a16:creationId xmlns:a16="http://schemas.microsoft.com/office/drawing/2014/main" id="{18CA90C3-E53D-F94C-5CE6-B70A94A7DC9C}"/>
                                        </a:ext>
                                      </a:extLst>
                                    </p:cNvPr>
                                    <p:cNvGrpSpPr/>
                                    <p:nvPr/>
                                  </p:nvGrpSpPr>
                                  <p:grpSpPr>
                                    <a:xfrm>
                                      <a:off x="259234" y="345403"/>
                                      <a:ext cx="6664355" cy="4736027"/>
                                      <a:chOff x="259234" y="345403"/>
                                      <a:chExt cx="6664355" cy="4736027"/>
                                    </a:xfrm>
                                  </p:grpSpPr>
                                  <p:grpSp>
                                    <p:nvGrpSpPr>
                                      <p:cNvPr id="19" name="Grupo 18">
                                        <a:extLst>
                                          <a:ext uri="{FF2B5EF4-FFF2-40B4-BE49-F238E27FC236}">
                                            <a16:creationId xmlns:a16="http://schemas.microsoft.com/office/drawing/2014/main" id="{9650DE05-8191-E930-8AA8-ABB522D95D6A}"/>
                                          </a:ext>
                                        </a:extLst>
                                      </p:cNvPr>
                                      <p:cNvGrpSpPr/>
                                      <p:nvPr/>
                                    </p:nvGrpSpPr>
                                    <p:grpSpPr>
                                      <a:xfrm>
                                        <a:off x="320767" y="345403"/>
                                        <a:ext cx="6602822" cy="4736027"/>
                                        <a:chOff x="320767" y="345403"/>
                                        <a:chExt cx="6602822" cy="4736027"/>
                                      </a:xfrm>
                                    </p:grpSpPr>
                                    <p:grpSp>
                                      <p:nvGrpSpPr>
                                        <p:cNvPr id="17" name="Grupo 16">
                                          <a:extLst>
                                            <a:ext uri="{FF2B5EF4-FFF2-40B4-BE49-F238E27FC236}">
                                              <a16:creationId xmlns:a16="http://schemas.microsoft.com/office/drawing/2014/main" id="{1B87EE8F-2B09-8249-C006-40D495A084FD}"/>
                                            </a:ext>
                                          </a:extLst>
                                        </p:cNvPr>
                                        <p:cNvGrpSpPr/>
                                        <p:nvPr/>
                                      </p:nvGrpSpPr>
                                      <p:grpSpPr>
                                        <a:xfrm>
                                          <a:off x="320767" y="345403"/>
                                          <a:ext cx="6602822" cy="4736027"/>
                                          <a:chOff x="308067" y="364453"/>
                                          <a:chExt cx="6602822" cy="4736027"/>
                                        </a:xfrm>
                                      </p:grpSpPr>
                                      <p:grpSp>
                                        <p:nvGrpSpPr>
                                          <p:cNvPr id="8" name="Grupo 7">
                                            <a:extLst>
                                              <a:ext uri="{FF2B5EF4-FFF2-40B4-BE49-F238E27FC236}">
                                                <a16:creationId xmlns:a16="http://schemas.microsoft.com/office/drawing/2014/main" id="{90AE63C3-A7EB-4E10-BEFC-CB035580C7B4}"/>
                                              </a:ext>
                                            </a:extLst>
                                          </p:cNvPr>
                                          <p:cNvGrpSpPr/>
                                          <p:nvPr/>
                                        </p:nvGrpSpPr>
                                        <p:grpSpPr>
                                          <a:xfrm>
                                            <a:off x="308067" y="364453"/>
                                            <a:ext cx="6602822" cy="4736027"/>
                                            <a:chOff x="308067" y="364453"/>
                                            <a:chExt cx="6602822" cy="4736027"/>
                                          </a:xfrm>
                                        </p:grpSpPr>
                                        <p:grpSp>
                                          <p:nvGrpSpPr>
                                            <p:cNvPr id="4" name="Grupo 3">
                                              <a:extLst>
                                                <a:ext uri="{FF2B5EF4-FFF2-40B4-BE49-F238E27FC236}">
                                                  <a16:creationId xmlns:a16="http://schemas.microsoft.com/office/drawing/2014/main" id="{A9086AD5-D504-83A1-7CFF-BB355305AE22}"/>
                                                </a:ext>
                                              </a:extLst>
                                            </p:cNvPr>
                                            <p:cNvGrpSpPr/>
                                            <p:nvPr/>
                                          </p:nvGrpSpPr>
                                          <p:grpSpPr>
                                            <a:xfrm>
                                              <a:off x="308067" y="364453"/>
                                              <a:ext cx="6602822" cy="4736027"/>
                                              <a:chOff x="308067" y="364453"/>
                                              <a:chExt cx="6602822" cy="4736027"/>
                                            </a:xfrm>
                                          </p:grpSpPr>
                                          <p:grpSp>
                                            <p:nvGrpSpPr>
                                              <p:cNvPr id="16" name="Grupo 15">
                                                <a:extLst>
                                                  <a:ext uri="{FF2B5EF4-FFF2-40B4-BE49-F238E27FC236}">
                                                    <a16:creationId xmlns:a16="http://schemas.microsoft.com/office/drawing/2014/main" id="{B539A685-A4C3-E79B-81A5-B3C7C5BA14E9}"/>
                                                  </a:ext>
                                                </a:extLst>
                                              </p:cNvPr>
                                              <p:cNvGrpSpPr/>
                                              <p:nvPr/>
                                            </p:nvGrpSpPr>
                                            <p:grpSpPr>
                                              <a:xfrm>
                                                <a:off x="308067" y="364453"/>
                                                <a:ext cx="6602822" cy="4736027"/>
                                                <a:chOff x="254727" y="501613"/>
                                                <a:chExt cx="6602822" cy="4736027"/>
                                              </a:xfrm>
                                            </p:grpSpPr>
                                            <p:pic>
                                              <p:nvPicPr>
                                                <p:cNvPr id="5" name="Imagen 4" descr="Gráfico, Gráfico de líneas&#10;&#10;El contenido generado por IA puede ser incorrecto.">
                                                  <a:extLst>
                                                    <a:ext uri="{FF2B5EF4-FFF2-40B4-BE49-F238E27FC236}">
                                                      <a16:creationId xmlns:a16="http://schemas.microsoft.com/office/drawing/2014/main" id="{3E7F435F-E514-0C94-4BE6-392EEE6C13F9}"/>
                                                    </a:ext>
                                                  </a:extLst>
                                                </p:cNvPr>
                                                <p:cNvPicPr>
                                                  <a:picLocks noChangeAspect="1"/>
                                                </p:cNvPicPr>
                                                <p:nvPr/>
                                              </p:nvPicPr>
                                              <p:blipFill>
                                                <a:blip r:embed="rId3"/>
                                                <a:stretch>
                                                  <a:fillRect/>
                                                </a:stretch>
                                              </p:blipFill>
                                              <p:spPr>
                                                <a:xfrm>
                                                  <a:off x="254727" y="656713"/>
                                                  <a:ext cx="3174273" cy="2105821"/>
                                                </a:xfrm>
                                                <a:prstGeom prst="rect">
                                                  <a:avLst/>
                                                </a:prstGeom>
                                              </p:spPr>
                                            </p:pic>
                                            <p:pic>
                                              <p:nvPicPr>
                                                <p:cNvPr id="7" name="Imagen 6" descr="Gráfico, Gráfico de líneas&#10;&#10;El contenido generado por IA puede ser incorrecto.">
                                                  <a:extLst>
                                                    <a:ext uri="{FF2B5EF4-FFF2-40B4-BE49-F238E27FC236}">
                                                      <a16:creationId xmlns:a16="http://schemas.microsoft.com/office/drawing/2014/main" id="{E7D41102-F7CD-A626-988C-52A1112C0ED7}"/>
                                                    </a:ext>
                                                  </a:extLst>
                                                </p:cNvPr>
                                                <p:cNvPicPr>
                                                  <a:picLocks noChangeAspect="1"/>
                                                </p:cNvPicPr>
                                                <p:nvPr/>
                                              </p:nvPicPr>
                                              <p:blipFill>
                                                <a:blip r:embed="rId4"/>
                                                <a:stretch>
                                                  <a:fillRect/>
                                                </a:stretch>
                                              </p:blipFill>
                                              <p:spPr>
                                                <a:xfrm>
                                                  <a:off x="3540035" y="656713"/>
                                                  <a:ext cx="3174273" cy="2105821"/>
                                                </a:xfrm>
                                                <a:prstGeom prst="rect">
                                                  <a:avLst/>
                                                </a:prstGeom>
                                              </p:spPr>
                                            </p:pic>
                                            <p:pic>
                                              <p:nvPicPr>
                                                <p:cNvPr id="9" name="Imagen 8" descr="Gráfico, Gráfico de líneas&#10;&#10;El contenido generado por IA puede ser incorrecto.">
                                                  <a:extLst>
                                                    <a:ext uri="{FF2B5EF4-FFF2-40B4-BE49-F238E27FC236}">
                                                      <a16:creationId xmlns:a16="http://schemas.microsoft.com/office/drawing/2014/main" id="{E6DA710D-F4B9-B7BD-61A5-404310A64DFE}"/>
                                                    </a:ext>
                                                  </a:extLst>
                                                </p:cNvPr>
                                                <p:cNvPicPr>
                                                  <a:picLocks noChangeAspect="1"/>
                                                </p:cNvPicPr>
                                                <p:nvPr/>
                                              </p:nvPicPr>
                                              <p:blipFill>
                                                <a:blip r:embed="rId5"/>
                                                <a:stretch>
                                                  <a:fillRect/>
                                                </a:stretch>
                                              </p:blipFill>
                                              <p:spPr>
                                                <a:xfrm>
                                                  <a:off x="254727" y="3131820"/>
                                                  <a:ext cx="3174272" cy="2105820"/>
                                                </a:xfrm>
                                                <a:prstGeom prst="rect">
                                                  <a:avLst/>
                                                </a:prstGeom>
                                              </p:spPr>
                                            </p:pic>
                                            <p:pic>
                                              <p:nvPicPr>
                                                <p:cNvPr id="11" name="Imagen 10" descr="Gráfico, Gráfico de líneas&#10;&#10;El contenido generado por IA puede ser incorrecto.">
                                                  <a:extLst>
                                                    <a:ext uri="{FF2B5EF4-FFF2-40B4-BE49-F238E27FC236}">
                                                      <a16:creationId xmlns:a16="http://schemas.microsoft.com/office/drawing/2014/main" id="{939DB6CC-2177-6BFA-FF7D-97851F779119}"/>
                                                    </a:ext>
                                                  </a:extLst>
                                                </p:cNvPr>
                                                <p:cNvPicPr>
                                                  <a:picLocks noChangeAspect="1"/>
                                                </p:cNvPicPr>
                                                <p:nvPr/>
                                              </p:nvPicPr>
                                              <p:blipFill>
                                                <a:blip r:embed="rId6"/>
                                                <a:stretch>
                                                  <a:fillRect/>
                                                </a:stretch>
                                              </p:blipFill>
                                              <p:spPr>
                                                <a:xfrm>
                                                  <a:off x="3360419" y="2917634"/>
                                                  <a:ext cx="3497130" cy="2320006"/>
                                                </a:xfrm>
                                                <a:prstGeom prst="rect">
                                                  <a:avLst/>
                                                </a:prstGeom>
                                              </p:spPr>
                                            </p:pic>
                                            <p:sp>
                                              <p:nvSpPr>
                                                <p:cNvPr id="12" name="CuadroTexto 11">
                                                  <a:extLst>
                                                    <a:ext uri="{FF2B5EF4-FFF2-40B4-BE49-F238E27FC236}">
                                                      <a16:creationId xmlns:a16="http://schemas.microsoft.com/office/drawing/2014/main" id="{521C91AC-AD16-CC91-684F-9C98A5D3F297}"/>
                                                    </a:ext>
                                                  </a:extLst>
                                                </p:cNvPr>
                                                <p:cNvSpPr txBox="1"/>
                                                <p:nvPr/>
                                              </p:nvSpPr>
                                              <p:spPr>
                                                <a:xfrm>
                                                  <a:off x="254727" y="501613"/>
                                                  <a:ext cx="373626" cy="307777"/>
                                                </a:xfrm>
                                                <a:prstGeom prst="rect">
                                                  <a:avLst/>
                                                </a:prstGeom>
                                                <a:noFill/>
                                              </p:spPr>
                                              <p:txBody>
                                                <a:bodyPr wrap="square" rtlCol="0">
                                                  <a:spAutoFit/>
                                                </a:bodyPr>
                                                <a:lstStyle/>
                                                <a:p>
                                                  <a:r>
                                                    <a:rPr lang="es-ES" sz="1400" b="1" dirty="0">
                                                      <a:latin typeface="Calibri" panose="020F0502020204030204" pitchFamily="34" charset="0"/>
                                                      <a:cs typeface="Calibri" panose="020F0502020204030204" pitchFamily="34" charset="0"/>
                                                    </a:rPr>
                                                    <a:t>A</a:t>
                                                  </a:r>
                                                </a:p>
                                              </p:txBody>
                                            </p:sp>
                                            <p:sp>
                                              <p:nvSpPr>
                                                <p:cNvPr id="13" name="CuadroTexto 12">
                                                  <a:extLst>
                                                    <a:ext uri="{FF2B5EF4-FFF2-40B4-BE49-F238E27FC236}">
                                                      <a16:creationId xmlns:a16="http://schemas.microsoft.com/office/drawing/2014/main" id="{9F6005FA-78C7-69DE-BC2E-CD32E2ECF2C6}"/>
                                                    </a:ext>
                                                  </a:extLst>
                                                </p:cNvPr>
                                                <p:cNvSpPr txBox="1"/>
                                                <p:nvPr/>
                                              </p:nvSpPr>
                                              <p:spPr>
                                                <a:xfrm>
                                                  <a:off x="3540035" y="501613"/>
                                                  <a:ext cx="373626" cy="307777"/>
                                                </a:xfrm>
                                                <a:prstGeom prst="rect">
                                                  <a:avLst/>
                                                </a:prstGeom>
                                                <a:noFill/>
                                              </p:spPr>
                                              <p:txBody>
                                                <a:bodyPr wrap="square" rtlCol="0">
                                                  <a:spAutoFit/>
                                                </a:bodyPr>
                                                <a:lstStyle/>
                                                <a:p>
                                                  <a:r>
                                                    <a:rPr lang="es-ES" sz="1400" b="1" dirty="0">
                                                      <a:latin typeface="Calibri" panose="020F0502020204030204" pitchFamily="34" charset="0"/>
                                                      <a:cs typeface="Calibri" panose="020F0502020204030204" pitchFamily="34" charset="0"/>
                                                    </a:rPr>
                                                    <a:t>B</a:t>
                                                  </a:r>
                                                </a:p>
                                              </p:txBody>
                                            </p:sp>
                                            <p:sp>
                                              <p:nvSpPr>
                                                <p:cNvPr id="14" name="CuadroTexto 13">
                                                  <a:extLst>
                                                    <a:ext uri="{FF2B5EF4-FFF2-40B4-BE49-F238E27FC236}">
                                                      <a16:creationId xmlns:a16="http://schemas.microsoft.com/office/drawing/2014/main" id="{3DCB8D63-46EA-629E-F7AD-33500ECA0F16}"/>
                                                    </a:ext>
                                                  </a:extLst>
                                                </p:cNvPr>
                                                <p:cNvSpPr txBox="1"/>
                                                <p:nvPr/>
                                              </p:nvSpPr>
                                              <p:spPr>
                                                <a:xfrm>
                                                  <a:off x="254727" y="2977931"/>
                                                  <a:ext cx="373626" cy="307777"/>
                                                </a:xfrm>
                                                <a:prstGeom prst="rect">
                                                  <a:avLst/>
                                                </a:prstGeom>
                                                <a:noFill/>
                                              </p:spPr>
                                              <p:txBody>
                                                <a:bodyPr wrap="square" rtlCol="0">
                                                  <a:spAutoFit/>
                                                </a:bodyPr>
                                                <a:lstStyle/>
                                                <a:p>
                                                  <a:r>
                                                    <a:rPr lang="es-ES" sz="1400" b="1" dirty="0">
                                                      <a:latin typeface="Calibri" panose="020F0502020204030204" pitchFamily="34" charset="0"/>
                                                      <a:cs typeface="Calibri" panose="020F0502020204030204" pitchFamily="34" charset="0"/>
                                                    </a:rPr>
                                                    <a:t>C</a:t>
                                                  </a:r>
                                                </a:p>
                                              </p:txBody>
                                            </p:sp>
                                            <p:sp>
                                              <p:nvSpPr>
                                                <p:cNvPr id="15" name="CuadroTexto 14">
                                                  <a:extLst>
                                                    <a:ext uri="{FF2B5EF4-FFF2-40B4-BE49-F238E27FC236}">
                                                      <a16:creationId xmlns:a16="http://schemas.microsoft.com/office/drawing/2014/main" id="{4518367A-5D7D-0499-9512-DC5469009BC4}"/>
                                                    </a:ext>
                                                  </a:extLst>
                                                </p:cNvPr>
                                                <p:cNvSpPr txBox="1"/>
                                                <p:nvPr/>
                                              </p:nvSpPr>
                                              <p:spPr>
                                                <a:xfrm>
                                                  <a:off x="3540035" y="2977931"/>
                                                  <a:ext cx="373626" cy="307777"/>
                                                </a:xfrm>
                                                <a:prstGeom prst="rect">
                                                  <a:avLst/>
                                                </a:prstGeom>
                                                <a:noFill/>
                                              </p:spPr>
                                              <p:txBody>
                                                <a:bodyPr wrap="square" rtlCol="0">
                                                  <a:spAutoFit/>
                                                </a:bodyPr>
                                                <a:lstStyle/>
                                                <a:p>
                                                  <a:r>
                                                    <a:rPr lang="es-ES" sz="1400" b="1" dirty="0">
                                                      <a:latin typeface="Calibri" panose="020F0502020204030204" pitchFamily="34" charset="0"/>
                                                      <a:cs typeface="Calibri" panose="020F0502020204030204" pitchFamily="34" charset="0"/>
                                                    </a:rPr>
                                                    <a:t>D</a:t>
                                                  </a:r>
                                                </a:p>
                                              </p:txBody>
                                            </p:sp>
                                          </p:grpSp>
                                          <p:sp>
                                            <p:nvSpPr>
                                              <p:cNvPr id="3" name="Rectángulo 2">
                                                <a:extLst>
                                                  <a:ext uri="{FF2B5EF4-FFF2-40B4-BE49-F238E27FC236}">
                                                    <a16:creationId xmlns:a16="http://schemas.microsoft.com/office/drawing/2014/main" id="{2F3DF11D-D5CE-2271-37BC-AB970B82F1C8}"/>
                                                  </a:ext>
                                                </a:extLst>
                                              </p:cNvPr>
                                              <p:cNvSpPr/>
                                              <p:nvPr/>
                                            </p:nvSpPr>
                                            <p:spPr>
                                              <a:xfrm>
                                                <a:off x="308067" y="1028700"/>
                                                <a:ext cx="123733" cy="939800"/>
                                              </a:xfrm>
                                              <a:prstGeom prst="rect">
                                                <a:avLst/>
                                              </a:prstGeom>
                                              <a:solidFill>
                                                <a:schemeClr val="bg1"/>
                                              </a:solidFill>
                                              <a:ln>
                                                <a:solidFill>
                                                  <a:schemeClr val="bg1"/>
                                                </a:solidFill>
                                              </a:ln>
                                            </p:spPr>
                                            <p:style>
                                              <a:lnRef idx="2">
                                                <a:schemeClr val="accent1">
                                                  <a:shade val="15000"/>
                                                </a:schemeClr>
                                              </a:lnRef>
                                              <a:fillRef idx="1">
                                                <a:schemeClr val="accent1"/>
                                              </a:fillRef>
                                              <a:effectRef idx="0">
                                                <a:schemeClr val="accent1"/>
                                              </a:effectRef>
                                              <a:fontRef idx="minor">
                                                <a:schemeClr val="lt1"/>
                                              </a:fontRef>
                                            </p:style>
                                            <p:txBody>
                                              <a:bodyPr rtlCol="0" anchor="ctr"/>
                                              <a:lstStyle/>
                                              <a:p>
                                                <a:pPr algn="ctr"/>
                                                <a:endParaRPr lang="es-ES"/>
                                              </a:p>
                                            </p:txBody>
                                          </p:sp>
                                        </p:grpSp>
                                        <p:sp>
                                          <p:nvSpPr>
                                            <p:cNvPr id="6" name="Rectángulo 5">
                                              <a:extLst>
                                                <a:ext uri="{FF2B5EF4-FFF2-40B4-BE49-F238E27FC236}">
                                                  <a16:creationId xmlns:a16="http://schemas.microsoft.com/office/drawing/2014/main" id="{49CF9A85-17B8-7396-7983-33B13952FC28}"/>
                                                </a:ext>
                                              </a:extLst>
                                            </p:cNvPr>
                                            <p:cNvSpPr/>
                                            <p:nvPr/>
                                          </p:nvSpPr>
                                          <p:spPr>
                                            <a:xfrm>
                                              <a:off x="3632200" y="1098550"/>
                                              <a:ext cx="107950" cy="895350"/>
                                            </a:xfrm>
                                            <a:prstGeom prst="rect">
                                              <a:avLst/>
                                            </a:prstGeom>
                                            <a:solidFill>
                                              <a:schemeClr val="bg1"/>
                                            </a:solidFill>
                                            <a:ln>
                                              <a:solidFill>
                                                <a:schemeClr val="bg1"/>
                                              </a:solidFill>
                                            </a:ln>
                                          </p:spPr>
                                          <p:style>
                                            <a:lnRef idx="2">
                                              <a:schemeClr val="accent1">
                                                <a:shade val="15000"/>
                                              </a:schemeClr>
                                            </a:lnRef>
                                            <a:fillRef idx="1">
                                              <a:schemeClr val="accent1"/>
                                            </a:fillRef>
                                            <a:effectRef idx="0">
                                              <a:schemeClr val="accent1"/>
                                            </a:effectRef>
                                            <a:fontRef idx="minor">
                                              <a:schemeClr val="lt1"/>
                                            </a:fontRef>
                                          </p:style>
                                          <p:txBody>
                                            <a:bodyPr rtlCol="0" anchor="ctr"/>
                                            <a:lstStyle/>
                                            <a:p>
                                              <a:pPr algn="ctr"/>
                                              <a:endParaRPr lang="es-ES"/>
                                            </a:p>
                                          </p:txBody>
                                        </p:sp>
                                      </p:grpSp>
                                      <p:sp>
                                        <p:nvSpPr>
                                          <p:cNvPr id="10" name="Rectángulo 9">
                                            <a:extLst>
                                              <a:ext uri="{FF2B5EF4-FFF2-40B4-BE49-F238E27FC236}">
                                                <a16:creationId xmlns:a16="http://schemas.microsoft.com/office/drawing/2014/main" id="{11646BDE-D4F3-5D76-A4DC-9FC97DEF582C}"/>
                                              </a:ext>
                                            </a:extLst>
                                          </p:cNvPr>
                                          <p:cNvSpPr/>
                                          <p:nvPr/>
                                        </p:nvSpPr>
                                        <p:spPr>
                                          <a:xfrm>
                                            <a:off x="361950" y="3524250"/>
                                            <a:ext cx="82550" cy="952500"/>
                                          </a:xfrm>
                                          <a:prstGeom prst="rect">
                                            <a:avLst/>
                                          </a:prstGeom>
                                          <a:solidFill>
                                            <a:schemeClr val="bg1"/>
                                          </a:solidFill>
                                          <a:ln>
                                            <a:solidFill>
                                              <a:schemeClr val="bg1"/>
                                            </a:solidFill>
                                          </a:ln>
                                        </p:spPr>
                                        <p:style>
                                          <a:lnRef idx="2">
                                            <a:schemeClr val="accent1">
                                              <a:shade val="15000"/>
                                            </a:schemeClr>
                                          </a:lnRef>
                                          <a:fillRef idx="1">
                                            <a:schemeClr val="accent1"/>
                                          </a:fillRef>
                                          <a:effectRef idx="0">
                                            <a:schemeClr val="accent1"/>
                                          </a:effectRef>
                                          <a:fontRef idx="minor">
                                            <a:schemeClr val="lt1"/>
                                          </a:fontRef>
                                        </p:style>
                                        <p:txBody>
                                          <a:bodyPr rtlCol="0" anchor="ctr"/>
                                          <a:lstStyle/>
                                          <a:p>
                                            <a:pPr algn="ctr"/>
                                            <a:endParaRPr lang="es-ES"/>
                                          </a:p>
                                        </p:txBody>
                                      </p:sp>
                                    </p:grpSp>
                                    <p:sp>
                                      <p:nvSpPr>
                                        <p:cNvPr id="18" name="Rectángulo 17">
                                          <a:extLst>
                                            <a:ext uri="{FF2B5EF4-FFF2-40B4-BE49-F238E27FC236}">
                                              <a16:creationId xmlns:a16="http://schemas.microsoft.com/office/drawing/2014/main" id="{952DCE0A-AE47-8464-8399-EDC2016FF227}"/>
                                            </a:ext>
                                          </a:extLst>
                                        </p:cNvPr>
                                        <p:cNvSpPr/>
                                        <p:nvPr/>
                                      </p:nvSpPr>
                                      <p:spPr>
                                        <a:xfrm>
                                          <a:off x="3429000" y="3714750"/>
                                          <a:ext cx="139700" cy="1066800"/>
                                        </a:xfrm>
                                        <a:prstGeom prst="rect">
                                          <a:avLst/>
                                        </a:prstGeom>
                                        <a:solidFill>
                                          <a:schemeClr val="bg1"/>
                                        </a:solidFill>
                                        <a:ln>
                                          <a:solidFill>
                                            <a:schemeClr val="bg1"/>
                                          </a:solidFill>
                                        </a:ln>
                                      </p:spPr>
                                      <p:style>
                                        <a:lnRef idx="2">
                                          <a:schemeClr val="accent1">
                                            <a:shade val="15000"/>
                                          </a:schemeClr>
                                        </a:lnRef>
                                        <a:fillRef idx="1">
                                          <a:schemeClr val="accent1"/>
                                        </a:fillRef>
                                        <a:effectRef idx="0">
                                          <a:schemeClr val="accent1"/>
                                        </a:effectRef>
                                        <a:fontRef idx="minor">
                                          <a:schemeClr val="lt1"/>
                                        </a:fontRef>
                                      </p:style>
                                      <p:txBody>
                                        <a:bodyPr rtlCol="0" anchor="ctr"/>
                                        <a:lstStyle/>
                                        <a:p>
                                          <a:pPr algn="ctr"/>
                                          <a:endParaRPr lang="es-ES"/>
                                        </a:p>
                                      </p:txBody>
                                    </p:sp>
                                  </p:grpSp>
                                  <p:sp>
                                    <p:nvSpPr>
                                      <p:cNvPr id="2" name="CuadroTexto 1">
                                        <a:extLst>
                                          <a:ext uri="{FF2B5EF4-FFF2-40B4-BE49-F238E27FC236}">
                                            <a16:creationId xmlns:a16="http://schemas.microsoft.com/office/drawing/2014/main" id="{DDC22A7E-5695-8D07-C5F8-F20E0E45F2E6}"/>
                                          </a:ext>
                                        </a:extLst>
                                      </p:cNvPr>
                                      <p:cNvSpPr txBox="1"/>
                                      <p:nvPr/>
                                    </p:nvSpPr>
                                    <p:spPr>
                                      <a:xfrm rot="16200000">
                                        <a:off x="15655" y="1253229"/>
                                        <a:ext cx="717990" cy="230832"/>
                                      </a:xfrm>
                                      <a:prstGeom prst="rect">
                                        <a:avLst/>
                                      </a:prstGeom>
                                      <a:noFill/>
                                    </p:spPr>
                                    <p:txBody>
                                      <a:bodyPr wrap="square" rtlCol="0">
                                        <a:spAutoFit/>
                                      </a:bodyPr>
                                      <a:lstStyle/>
                                      <a:p>
                                        <a:r>
                                          <a:rPr lang="es-ES" sz="900" dirty="0"/>
                                          <a:t>Precisión</a:t>
                                        </a:r>
                                      </a:p>
                                    </p:txBody>
                                  </p:sp>
                                </p:grpSp>
                                <p:sp>
                                  <p:nvSpPr>
                                    <p:cNvPr id="21" name="CuadroTexto 20">
                                      <a:extLst>
                                        <a:ext uri="{FF2B5EF4-FFF2-40B4-BE49-F238E27FC236}">
                                          <a16:creationId xmlns:a16="http://schemas.microsoft.com/office/drawing/2014/main" id="{6A289051-5192-C4AB-DE1A-F9BB106EDA25}"/>
                                        </a:ext>
                                      </a:extLst>
                                    </p:cNvPr>
                                    <p:cNvSpPr txBox="1"/>
                                    <p:nvPr/>
                                  </p:nvSpPr>
                                  <p:spPr>
                                    <a:xfrm rot="16200000">
                                      <a:off x="3266493" y="1253229"/>
                                      <a:ext cx="717990" cy="230832"/>
                                    </a:xfrm>
                                    <a:prstGeom prst="rect">
                                      <a:avLst/>
                                    </a:prstGeom>
                                    <a:noFill/>
                                  </p:spPr>
                                  <p:txBody>
                                    <a:bodyPr wrap="square" rtlCol="0">
                                      <a:spAutoFit/>
                                    </a:bodyPr>
                                    <a:lstStyle/>
                                    <a:p>
                                      <a:r>
                                        <a:rPr lang="es-ES" sz="900" dirty="0"/>
                                        <a:t>Precisión</a:t>
                                      </a:r>
                                    </a:p>
                                  </p:txBody>
                                </p:sp>
                              </p:grpSp>
                              <p:sp>
                                <p:nvSpPr>
                                  <p:cNvPr id="23" name="CuadroTexto 22">
                                    <a:extLst>
                                      <a:ext uri="{FF2B5EF4-FFF2-40B4-BE49-F238E27FC236}">
                                        <a16:creationId xmlns:a16="http://schemas.microsoft.com/office/drawing/2014/main" id="{416E21FB-7E9C-4EEB-12D6-6C34B5FA6E89}"/>
                                      </a:ext>
                                    </a:extLst>
                                  </p:cNvPr>
                                  <p:cNvSpPr txBox="1"/>
                                  <p:nvPr/>
                                </p:nvSpPr>
                                <p:spPr>
                                  <a:xfrm rot="16200000">
                                    <a:off x="33169" y="3990048"/>
                                    <a:ext cx="717990" cy="230832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</p:spPr>
                                <p:txBody>
                                  <a:bodyPr wrap="square" rtlCol="0">
                                    <a:spAutoFit/>
                                  </a:bodyPr>
                                  <a:lstStyle/>
                                  <a:p>
                                    <a:r>
                                      <a:rPr lang="es-ES" sz="900" dirty="0"/>
                                      <a:t>Precisión</a:t>
                                    </a:r>
                                  </a:p>
                                </p:txBody>
                              </p:sp>
                            </p:grpSp>
                            <p:sp>
                              <p:nvSpPr>
                                <p:cNvPr id="25" name="CuadroTexto 24">
                                  <a:extLst>
                                    <a:ext uri="{FF2B5EF4-FFF2-40B4-BE49-F238E27FC236}">
                                      <a16:creationId xmlns:a16="http://schemas.microsoft.com/office/drawing/2014/main" id="{A8478B34-E890-41B0-9DF4-BA9415C058D9}"/>
                                    </a:ext>
                                  </a:extLst>
                                </p:cNvPr>
                                <p:cNvSpPr txBox="1"/>
                                <p:nvPr/>
                              </p:nvSpPr>
                              <p:spPr>
                                <a:xfrm rot="16200000">
                                  <a:off x="3151077" y="3990048"/>
                                  <a:ext cx="717990" cy="230832"/>
                                </a:xfrm>
                                <a:prstGeom prst="rect">
                                  <a:avLst/>
                                </a:prstGeom>
                                <a:noFill/>
                              </p:spPr>
                              <p:txBody>
                                <a:bodyPr wrap="square" rtlCol="0">
                                  <a:spAutoFit/>
                                </a:bodyPr>
                                <a:lstStyle/>
                                <a:p>
                                  <a:r>
                                    <a:rPr lang="es-ES" sz="900" dirty="0"/>
                                    <a:t>Precisión</a:t>
                                  </a:r>
                                </a:p>
                              </p:txBody>
                            </p:sp>
                          </p:grpSp>
                          <p:sp>
                            <p:nvSpPr>
                              <p:cNvPr id="27" name="Rectángulo 26">
                                <a:extLst>
                                  <a:ext uri="{FF2B5EF4-FFF2-40B4-BE49-F238E27FC236}">
                                    <a16:creationId xmlns:a16="http://schemas.microsoft.com/office/drawing/2014/main" id="{3D1891B5-2B71-F4F2-0177-B4402C5888E2}"/>
                                  </a:ext>
                                </a:extLst>
                              </p:cNvPr>
                              <p:cNvSpPr/>
                              <p:nvPr/>
                            </p:nvSpPr>
                            <p:spPr>
                              <a:xfrm>
                                <a:off x="1805940" y="2461260"/>
                                <a:ext cx="396240" cy="145064"/>
                              </a:xfrm>
                              <a:prstGeom prst="rect">
                                <a:avLst/>
                              </a:prstGeom>
                              <a:solidFill>
                                <a:schemeClr val="bg1"/>
                              </a:solidFill>
                              <a:ln>
                                <a:solidFill>
                                  <a:schemeClr val="bg1"/>
                                </a:solidFill>
                              </a:ln>
                            </p:spPr>
                            <p:style>
                              <a:lnRef idx="2">
                                <a:schemeClr val="accent1">
                                  <a:shade val="15000"/>
                                </a:schemeClr>
                              </a:lnRef>
                              <a:fillRef idx="1">
                                <a:schemeClr val="accent1"/>
                              </a:fillRef>
                              <a:effectRef idx="0">
                                <a:schemeClr val="accent1"/>
                              </a:effectRef>
                              <a:fontRef idx="minor">
                                <a:schemeClr val="lt1"/>
                              </a:fontRef>
                            </p:style>
                            <p:txBody>
                              <a:bodyPr rtlCol="0" anchor="ctr"/>
                              <a:lstStyle/>
                              <a:p>
                                <a:pPr algn="ctr"/>
                                <a:endParaRPr lang="es-ES"/>
                              </a:p>
                            </p:txBody>
                          </p:sp>
                        </p:grpSp>
                        <p:sp>
                          <p:nvSpPr>
                            <p:cNvPr id="29" name="CuadroTexto 28">
                              <a:extLst>
                                <a:ext uri="{FF2B5EF4-FFF2-40B4-BE49-F238E27FC236}">
                                  <a16:creationId xmlns:a16="http://schemas.microsoft.com/office/drawing/2014/main" id="{15658B4D-65D9-C4B3-995B-CA8FD6A7AC2B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1645065" y="2375492"/>
                              <a:ext cx="717990" cy="230832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pPr algn="ctr"/>
                              <a:r>
                                <a:rPr lang="es-ES" sz="900" dirty="0"/>
                                <a:t>C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31" name="Rectángulo 30">
                            <a:extLst>
                              <a:ext uri="{FF2B5EF4-FFF2-40B4-BE49-F238E27FC236}">
                                <a16:creationId xmlns:a16="http://schemas.microsoft.com/office/drawing/2014/main" id="{8E064468-2930-868F-7A86-B4122C8DD5B6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5135880" y="2377440"/>
                            <a:ext cx="419100" cy="205740"/>
                          </a:xfrm>
                          <a:prstGeom prst="rect">
                            <a:avLst/>
                          </a:prstGeom>
                          <a:solidFill>
                            <a:schemeClr val="bg1"/>
                          </a:solidFill>
                          <a:ln>
                            <a:solidFill>
                              <a:schemeClr val="bg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/>
                          </a:p>
                        </p:txBody>
                      </p:sp>
                    </p:grpSp>
                    <p:sp>
                      <p:nvSpPr>
                        <p:cNvPr id="33" name="CuadroTexto 32">
                          <a:extLst>
                            <a:ext uri="{FF2B5EF4-FFF2-40B4-BE49-F238E27FC236}">
                              <a16:creationId xmlns:a16="http://schemas.microsoft.com/office/drawing/2014/main" id="{64BB5AF4-B5B2-EF13-CB94-884BC34024C6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4986435" y="2375492"/>
                          <a:ext cx="717990" cy="230832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:pPr algn="ctr"/>
                          <a:r>
                            <a:rPr lang="es-ES" sz="900" dirty="0"/>
                            <a:t>C</a:t>
                          </a:r>
                        </a:p>
                      </p:txBody>
                    </p:sp>
                  </p:grpSp>
                  <p:sp>
                    <p:nvSpPr>
                      <p:cNvPr id="35" name="Rectángulo 34">
                        <a:extLst>
                          <a:ext uri="{FF2B5EF4-FFF2-40B4-BE49-F238E27FC236}">
                            <a16:creationId xmlns:a16="http://schemas.microsoft.com/office/drawing/2014/main" id="{C881F36E-BC3E-F5DA-8CFD-84801A106E6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485900" y="4937760"/>
                        <a:ext cx="1097280" cy="12843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chemeClr val="bg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</p:grpSp>
                <p:sp>
                  <p:nvSpPr>
                    <p:cNvPr id="37" name="CuadroTexto 36">
                      <a:extLst>
                        <a:ext uri="{FF2B5EF4-FFF2-40B4-BE49-F238E27FC236}">
                          <a16:creationId xmlns:a16="http://schemas.microsoft.com/office/drawing/2014/main" id="{C8E50545-98D8-611B-3D7D-72618414A81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675545" y="4958394"/>
                      <a:ext cx="717990" cy="2308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lang="es-ES" sz="900" dirty="0"/>
                        <a:t>MTRY</a:t>
                      </a:r>
                    </a:p>
                  </p:txBody>
                </p:sp>
              </p:grpSp>
              <p:sp>
                <p:nvSpPr>
                  <p:cNvPr id="39" name="Rectángulo 38">
                    <a:extLst>
                      <a:ext uri="{FF2B5EF4-FFF2-40B4-BE49-F238E27FC236}">
                        <a16:creationId xmlns:a16="http://schemas.microsoft.com/office/drawing/2014/main" id="{1D764EE0-66B9-E57C-08EB-34CB2D2EEA4B}"/>
                      </a:ext>
                    </a:extLst>
                  </p:cNvPr>
                  <p:cNvSpPr/>
                  <p:nvPr/>
                </p:nvSpPr>
                <p:spPr>
                  <a:xfrm>
                    <a:off x="4849817" y="4858305"/>
                    <a:ext cx="781905" cy="12843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  <p:sp>
              <p:nvSpPr>
                <p:cNvPr id="41" name="CuadroTexto 40">
                  <a:extLst>
                    <a:ext uri="{FF2B5EF4-FFF2-40B4-BE49-F238E27FC236}">
                      <a16:creationId xmlns:a16="http://schemas.microsoft.com/office/drawing/2014/main" id="{1B3A81C1-1B6E-2986-5C91-492D72918F62}"/>
                    </a:ext>
                  </a:extLst>
                </p:cNvPr>
                <p:cNvSpPr txBox="1"/>
                <p:nvPr/>
              </p:nvSpPr>
              <p:spPr>
                <a:xfrm>
                  <a:off x="4862406" y="4949153"/>
                  <a:ext cx="900015" cy="2308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s-ES" sz="900" dirty="0"/>
                    <a:t>Iteraciones</a:t>
                  </a:r>
                </a:p>
              </p:txBody>
            </p:sp>
          </p:grpSp>
          <p:sp>
            <p:nvSpPr>
              <p:cNvPr id="43" name="Rectángulo 42">
                <a:extLst>
                  <a:ext uri="{FF2B5EF4-FFF2-40B4-BE49-F238E27FC236}">
                    <a16:creationId xmlns:a16="http://schemas.microsoft.com/office/drawing/2014/main" id="{D17968A8-7C19-5090-0961-99813472F33B}"/>
                  </a:ext>
                </a:extLst>
              </p:cNvPr>
              <p:cNvSpPr/>
              <p:nvPr/>
            </p:nvSpPr>
            <p:spPr>
              <a:xfrm>
                <a:off x="4853940" y="2788920"/>
                <a:ext cx="853440" cy="12843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</p:grpSp>
        <p:sp>
          <p:nvSpPr>
            <p:cNvPr id="45" name="CuadroTexto 44">
              <a:extLst>
                <a:ext uri="{FF2B5EF4-FFF2-40B4-BE49-F238E27FC236}">
                  <a16:creationId xmlns:a16="http://schemas.microsoft.com/office/drawing/2014/main" id="{BEB77EB9-CDFC-90E2-7637-CB6FA822B252}"/>
                </a:ext>
              </a:extLst>
            </p:cNvPr>
            <p:cNvSpPr txBox="1"/>
            <p:nvPr/>
          </p:nvSpPr>
          <p:spPr>
            <a:xfrm>
              <a:off x="4862406" y="2697172"/>
              <a:ext cx="90001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900" dirty="0"/>
                <a:t>Profundidad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716915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ángulo 16">
            <a:extLst>
              <a:ext uri="{FF2B5EF4-FFF2-40B4-BE49-F238E27FC236}">
                <a16:creationId xmlns:a16="http://schemas.microsoft.com/office/drawing/2014/main" id="{B903FEB8-A547-0FD0-AF8D-1D84CD344382}"/>
              </a:ext>
            </a:extLst>
          </p:cNvPr>
          <p:cNvSpPr/>
          <p:nvPr/>
        </p:nvSpPr>
        <p:spPr>
          <a:xfrm>
            <a:off x="4680675" y="3617817"/>
            <a:ext cx="1114425" cy="21232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FD17D2A5-F1BC-38F9-D3D2-11E98CAF3370}"/>
              </a:ext>
            </a:extLst>
          </p:cNvPr>
          <p:cNvSpPr txBox="1"/>
          <p:nvPr/>
        </p:nvSpPr>
        <p:spPr>
          <a:xfrm>
            <a:off x="3726034" y="3457619"/>
            <a:ext cx="304747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Índice de Gini</a:t>
            </a:r>
          </a:p>
        </p:txBody>
      </p:sp>
      <p:graphicFrame>
        <p:nvGraphicFramePr>
          <p:cNvPr id="21" name="Tabla 20">
            <a:extLst>
              <a:ext uri="{FF2B5EF4-FFF2-40B4-BE49-F238E27FC236}">
                <a16:creationId xmlns:a16="http://schemas.microsoft.com/office/drawing/2014/main" id="{A234863D-E155-36A6-CE86-43AFDBA7E9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4283199"/>
              </p:ext>
            </p:extLst>
          </p:nvPr>
        </p:nvGraphicFramePr>
        <p:xfrm>
          <a:off x="570118" y="1213649"/>
          <a:ext cx="1962233" cy="2616489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1418247">
                  <a:extLst>
                    <a:ext uri="{9D8B030D-6E8A-4147-A177-3AD203B41FA5}">
                      <a16:colId xmlns:a16="http://schemas.microsoft.com/office/drawing/2014/main" val="349203716"/>
                    </a:ext>
                  </a:extLst>
                </a:gridCol>
                <a:gridCol w="543986">
                  <a:extLst>
                    <a:ext uri="{9D8B030D-6E8A-4147-A177-3AD203B41FA5}">
                      <a16:colId xmlns:a16="http://schemas.microsoft.com/office/drawing/2014/main" val="479873280"/>
                    </a:ext>
                  </a:extLst>
                </a:gridCol>
              </a:tblGrid>
              <a:tr h="145796"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1" u="none" strike="noStrike" dirty="0">
                          <a:effectLst/>
                        </a:rPr>
                        <a:t>Variables</a:t>
                      </a:r>
                      <a:endParaRPr lang="es-ES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38" marR="7838" marT="783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1" u="none" strike="noStrike" dirty="0" err="1">
                          <a:effectLst/>
                        </a:rPr>
                        <a:t>Dis.Media</a:t>
                      </a:r>
                      <a:endParaRPr lang="es-ES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38" marR="7838" marT="7838" marB="0" anchor="b"/>
                </a:tc>
                <a:extLst>
                  <a:ext uri="{0D108BD9-81ED-4DB2-BD59-A6C34878D82A}">
                    <a16:rowId xmlns:a16="http://schemas.microsoft.com/office/drawing/2014/main" val="1564814030"/>
                  </a:ext>
                </a:extLst>
              </a:tr>
              <a:tr h="145796"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1" u="none" strike="noStrike" dirty="0">
                          <a:effectLst/>
                        </a:rPr>
                        <a:t>Anomalías Oftalmológicas</a:t>
                      </a:r>
                      <a:endParaRPr lang="es-ES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38" marR="7838" marT="783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u="none" strike="noStrike" dirty="0">
                          <a:effectLst/>
                        </a:rPr>
                        <a:t>100.00</a:t>
                      </a:r>
                      <a:endParaRPr lang="es-E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38" marR="7838" marT="7838" marB="0" anchor="b"/>
                </a:tc>
                <a:extLst>
                  <a:ext uri="{0D108BD9-81ED-4DB2-BD59-A6C34878D82A}">
                    <a16:rowId xmlns:a16="http://schemas.microsoft.com/office/drawing/2014/main" val="3822611286"/>
                  </a:ext>
                </a:extLst>
              </a:tr>
              <a:tr h="145796"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1" u="none" strike="noStrike" dirty="0">
                          <a:effectLst/>
                        </a:rPr>
                        <a:t>Anomalías Hormonales</a:t>
                      </a:r>
                      <a:endParaRPr lang="es-ES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38" marR="7838" marT="783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u="none" strike="noStrike" dirty="0">
                          <a:effectLst/>
                        </a:rPr>
                        <a:t>41.40</a:t>
                      </a:r>
                      <a:endParaRPr lang="es-E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38" marR="7838" marT="7838" marB="0" anchor="b"/>
                </a:tc>
                <a:extLst>
                  <a:ext uri="{0D108BD9-81ED-4DB2-BD59-A6C34878D82A}">
                    <a16:rowId xmlns:a16="http://schemas.microsoft.com/office/drawing/2014/main" val="1179972554"/>
                  </a:ext>
                </a:extLst>
              </a:tr>
              <a:tr h="145796"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1" u="none" strike="noStrike" dirty="0">
                          <a:effectLst/>
                        </a:rPr>
                        <a:t>Anomalías Orgánicas</a:t>
                      </a:r>
                      <a:endParaRPr lang="es-ES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38" marR="7838" marT="783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u="none" strike="noStrike" dirty="0">
                          <a:effectLst/>
                        </a:rPr>
                        <a:t>36.75</a:t>
                      </a:r>
                      <a:endParaRPr lang="es-E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38" marR="7838" marT="7838" marB="0" anchor="b"/>
                </a:tc>
                <a:extLst>
                  <a:ext uri="{0D108BD9-81ED-4DB2-BD59-A6C34878D82A}">
                    <a16:rowId xmlns:a16="http://schemas.microsoft.com/office/drawing/2014/main" val="3098215617"/>
                  </a:ext>
                </a:extLst>
              </a:tr>
              <a:tr h="145796"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1" u="none" strike="noStrike" dirty="0">
                          <a:effectLst/>
                        </a:rPr>
                        <a:t>Anomalías Neurológicas</a:t>
                      </a:r>
                      <a:endParaRPr lang="es-ES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38" marR="7838" marT="783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u="none" strike="noStrike" dirty="0">
                          <a:effectLst/>
                        </a:rPr>
                        <a:t>27.79</a:t>
                      </a:r>
                      <a:endParaRPr lang="es-E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38" marR="7838" marT="7838" marB="0" anchor="b"/>
                </a:tc>
                <a:extLst>
                  <a:ext uri="{0D108BD9-81ED-4DB2-BD59-A6C34878D82A}">
                    <a16:rowId xmlns:a16="http://schemas.microsoft.com/office/drawing/2014/main" val="2402018660"/>
                  </a:ext>
                </a:extLst>
              </a:tr>
              <a:tr h="283753"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Anomalías Coronarias y Vasculares</a:t>
                      </a:r>
                    </a:p>
                  </a:txBody>
                  <a:tcPr marL="7838" marR="7838" marT="783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u="none" strike="noStrike" dirty="0">
                          <a:effectLst/>
                        </a:rPr>
                        <a:t>24.88</a:t>
                      </a:r>
                      <a:endParaRPr lang="es-E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38" marR="7838" marT="7838" marB="0" anchor="b"/>
                </a:tc>
                <a:extLst>
                  <a:ext uri="{0D108BD9-81ED-4DB2-BD59-A6C34878D82A}">
                    <a16:rowId xmlns:a16="http://schemas.microsoft.com/office/drawing/2014/main" val="1621887959"/>
                  </a:ext>
                </a:extLst>
              </a:tr>
              <a:tr h="145796"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1" u="none" strike="noStrike" dirty="0">
                          <a:effectLst/>
                        </a:rPr>
                        <a:t>Anomalías Respiratorias</a:t>
                      </a:r>
                      <a:endParaRPr lang="es-ES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38" marR="7838" marT="783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u="none" strike="noStrike" dirty="0">
                          <a:effectLst/>
                        </a:rPr>
                        <a:t>24.75</a:t>
                      </a:r>
                      <a:endParaRPr lang="es-E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38" marR="7838" marT="7838" marB="0" anchor="b"/>
                </a:tc>
                <a:extLst>
                  <a:ext uri="{0D108BD9-81ED-4DB2-BD59-A6C34878D82A}">
                    <a16:rowId xmlns:a16="http://schemas.microsoft.com/office/drawing/2014/main" val="14896167"/>
                  </a:ext>
                </a:extLst>
              </a:tr>
              <a:tr h="145796"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1" u="none" strike="noStrike" dirty="0">
                          <a:effectLst/>
                        </a:rPr>
                        <a:t>Anomalías Digestivas</a:t>
                      </a:r>
                      <a:endParaRPr lang="es-ES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38" marR="7838" marT="783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u="none" strike="noStrike" dirty="0">
                          <a:effectLst/>
                        </a:rPr>
                        <a:t>16.58</a:t>
                      </a:r>
                      <a:endParaRPr lang="es-E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38" marR="7838" marT="7838" marB="0" anchor="b"/>
                </a:tc>
                <a:extLst>
                  <a:ext uri="{0D108BD9-81ED-4DB2-BD59-A6C34878D82A}">
                    <a16:rowId xmlns:a16="http://schemas.microsoft.com/office/drawing/2014/main" val="3088110628"/>
                  </a:ext>
                </a:extLst>
              </a:tr>
              <a:tr h="145796"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1" u="none" strike="noStrike" dirty="0">
                          <a:effectLst/>
                        </a:rPr>
                        <a:t>Anomalías Hepáticas</a:t>
                      </a:r>
                      <a:endParaRPr lang="es-ES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38" marR="7838" marT="783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u="none" strike="noStrike" dirty="0">
                          <a:effectLst/>
                        </a:rPr>
                        <a:t>15.44</a:t>
                      </a:r>
                      <a:endParaRPr lang="es-E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38" marR="7838" marT="7838" marB="0" anchor="b"/>
                </a:tc>
                <a:extLst>
                  <a:ext uri="{0D108BD9-81ED-4DB2-BD59-A6C34878D82A}">
                    <a16:rowId xmlns:a16="http://schemas.microsoft.com/office/drawing/2014/main" val="3951681690"/>
                  </a:ext>
                </a:extLst>
              </a:tr>
              <a:tr h="145796"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Anomalías Cerebrales</a:t>
                      </a:r>
                    </a:p>
                  </a:txBody>
                  <a:tcPr marL="7838" marR="7838" marT="783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u="none" strike="noStrike" dirty="0">
                          <a:effectLst/>
                        </a:rPr>
                        <a:t>14.29</a:t>
                      </a:r>
                      <a:endParaRPr lang="es-E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38" marR="7838" marT="7838" marB="0" anchor="b"/>
                </a:tc>
                <a:extLst>
                  <a:ext uri="{0D108BD9-81ED-4DB2-BD59-A6C34878D82A}">
                    <a16:rowId xmlns:a16="http://schemas.microsoft.com/office/drawing/2014/main" val="3908394296"/>
                  </a:ext>
                </a:extLst>
              </a:tr>
              <a:tr h="145796"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1" u="none" strike="noStrike" dirty="0">
                          <a:effectLst/>
                        </a:rPr>
                        <a:t>Anomalías Auriculares</a:t>
                      </a:r>
                      <a:endParaRPr lang="es-ES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38" marR="7838" marT="783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u="none" strike="noStrike" dirty="0">
                          <a:effectLst/>
                        </a:rPr>
                        <a:t>10.30</a:t>
                      </a:r>
                      <a:endParaRPr lang="es-E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38" marR="7838" marT="7838" marB="0" anchor="b"/>
                </a:tc>
                <a:extLst>
                  <a:ext uri="{0D108BD9-81ED-4DB2-BD59-A6C34878D82A}">
                    <a16:rowId xmlns:a16="http://schemas.microsoft.com/office/drawing/2014/main" val="2832212177"/>
                  </a:ext>
                </a:extLst>
              </a:tr>
              <a:tr h="145796"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1" u="none" strike="noStrike" dirty="0">
                          <a:effectLst/>
                        </a:rPr>
                        <a:t>Anomalías Nasales</a:t>
                      </a:r>
                      <a:endParaRPr lang="es-ES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38" marR="7838" marT="783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u="none" strike="noStrike" dirty="0">
                          <a:effectLst/>
                        </a:rPr>
                        <a:t>7.95</a:t>
                      </a:r>
                      <a:endParaRPr lang="es-E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38" marR="7838" marT="7838" marB="0" anchor="b"/>
                </a:tc>
                <a:extLst>
                  <a:ext uri="{0D108BD9-81ED-4DB2-BD59-A6C34878D82A}">
                    <a16:rowId xmlns:a16="http://schemas.microsoft.com/office/drawing/2014/main" val="4093251153"/>
                  </a:ext>
                </a:extLst>
              </a:tr>
              <a:tr h="145796"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1" u="none" strike="noStrike" dirty="0">
                          <a:effectLst/>
                        </a:rPr>
                        <a:t>Anomalías Renales</a:t>
                      </a:r>
                      <a:endParaRPr lang="es-ES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38" marR="7838" marT="783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u="none" strike="noStrike" dirty="0">
                          <a:effectLst/>
                        </a:rPr>
                        <a:t>7.84</a:t>
                      </a:r>
                      <a:endParaRPr lang="es-E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38" marR="7838" marT="7838" marB="0" anchor="b"/>
                </a:tc>
                <a:extLst>
                  <a:ext uri="{0D108BD9-81ED-4DB2-BD59-A6C34878D82A}">
                    <a16:rowId xmlns:a16="http://schemas.microsoft.com/office/drawing/2014/main" val="1601865112"/>
                  </a:ext>
                </a:extLst>
              </a:tr>
              <a:tr h="145796"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1" u="none" strike="noStrike" dirty="0">
                          <a:effectLst/>
                        </a:rPr>
                        <a:t>Anomalías Óseas</a:t>
                      </a:r>
                      <a:endParaRPr lang="es-ES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38" marR="7838" marT="783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u="none" strike="noStrike" dirty="0">
                          <a:effectLst/>
                        </a:rPr>
                        <a:t>3.80</a:t>
                      </a:r>
                      <a:endParaRPr lang="es-E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38" marR="7838" marT="7838" marB="0" anchor="b"/>
                </a:tc>
                <a:extLst>
                  <a:ext uri="{0D108BD9-81ED-4DB2-BD59-A6C34878D82A}">
                    <a16:rowId xmlns:a16="http://schemas.microsoft.com/office/drawing/2014/main" val="1267326971"/>
                  </a:ext>
                </a:extLst>
              </a:tr>
              <a:tr h="145796"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1" u="none" strike="noStrike" dirty="0">
                          <a:effectLst/>
                        </a:rPr>
                        <a:t>Anomalías Reproductivas</a:t>
                      </a:r>
                      <a:endParaRPr lang="es-ES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38" marR="7838" marT="783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u="none" strike="noStrike" dirty="0">
                          <a:effectLst/>
                        </a:rPr>
                        <a:t>2.12</a:t>
                      </a:r>
                      <a:endParaRPr lang="es-E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38" marR="7838" marT="7838" marB="0" anchor="b"/>
                </a:tc>
                <a:extLst>
                  <a:ext uri="{0D108BD9-81ED-4DB2-BD59-A6C34878D82A}">
                    <a16:rowId xmlns:a16="http://schemas.microsoft.com/office/drawing/2014/main" val="225763624"/>
                  </a:ext>
                </a:extLst>
              </a:tr>
              <a:tr h="145796"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1" u="none" strike="noStrike" dirty="0">
                          <a:effectLst/>
                        </a:rPr>
                        <a:t>Otros</a:t>
                      </a:r>
                      <a:endParaRPr lang="es-ES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38" marR="7838" marT="783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u="none" strike="noStrike" dirty="0">
                          <a:effectLst/>
                        </a:rPr>
                        <a:t>1.38</a:t>
                      </a:r>
                      <a:endParaRPr lang="es-E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38" marR="7838" marT="7838" marB="0" anchor="b"/>
                </a:tc>
                <a:extLst>
                  <a:ext uri="{0D108BD9-81ED-4DB2-BD59-A6C34878D82A}">
                    <a16:rowId xmlns:a16="http://schemas.microsoft.com/office/drawing/2014/main" val="344266538"/>
                  </a:ext>
                </a:extLst>
              </a:tr>
              <a:tr h="145796"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b="1" u="none" strike="noStrike" dirty="0">
                          <a:effectLst/>
                        </a:rPr>
                        <a:t>Anomalías Faciales</a:t>
                      </a:r>
                      <a:endParaRPr lang="es-ES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38" marR="7838" marT="783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ES" sz="900" u="none" strike="noStrike" dirty="0">
                          <a:effectLst/>
                        </a:rPr>
                        <a:t>0</a:t>
                      </a:r>
                      <a:endParaRPr lang="es-E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38" marR="7838" marT="7838" marB="0" anchor="b"/>
                </a:tc>
                <a:extLst>
                  <a:ext uri="{0D108BD9-81ED-4DB2-BD59-A6C34878D82A}">
                    <a16:rowId xmlns:a16="http://schemas.microsoft.com/office/drawing/2014/main" val="2307150588"/>
                  </a:ext>
                </a:extLst>
              </a:tr>
            </a:tbl>
          </a:graphicData>
        </a:graphic>
      </p:graphicFrame>
      <p:grpSp>
        <p:nvGrpSpPr>
          <p:cNvPr id="15" name="Grupo 14">
            <a:extLst>
              <a:ext uri="{FF2B5EF4-FFF2-40B4-BE49-F238E27FC236}">
                <a16:creationId xmlns:a16="http://schemas.microsoft.com/office/drawing/2014/main" id="{604D8DF0-7B98-11EA-0EB1-3FCF2800E28D}"/>
              </a:ext>
            </a:extLst>
          </p:cNvPr>
          <p:cNvGrpSpPr/>
          <p:nvPr/>
        </p:nvGrpSpPr>
        <p:grpSpPr>
          <a:xfrm>
            <a:off x="381290" y="924043"/>
            <a:ext cx="6248277" cy="2906095"/>
            <a:chOff x="381290" y="924043"/>
            <a:chExt cx="6248277" cy="2906095"/>
          </a:xfrm>
        </p:grpSpPr>
        <p:grpSp>
          <p:nvGrpSpPr>
            <p:cNvPr id="11" name="Grupo 10">
              <a:extLst>
                <a:ext uri="{FF2B5EF4-FFF2-40B4-BE49-F238E27FC236}">
                  <a16:creationId xmlns:a16="http://schemas.microsoft.com/office/drawing/2014/main" id="{55B0428F-7295-ADBF-C6A3-2F83A5AF7879}"/>
                </a:ext>
              </a:extLst>
            </p:cNvPr>
            <p:cNvGrpSpPr/>
            <p:nvPr/>
          </p:nvGrpSpPr>
          <p:grpSpPr>
            <a:xfrm>
              <a:off x="381290" y="924043"/>
              <a:ext cx="6248277" cy="2906095"/>
              <a:chOff x="381290" y="924043"/>
              <a:chExt cx="6248277" cy="2906095"/>
            </a:xfrm>
          </p:grpSpPr>
          <p:grpSp>
            <p:nvGrpSpPr>
              <p:cNvPr id="9" name="Grupo 8">
                <a:extLst>
                  <a:ext uri="{FF2B5EF4-FFF2-40B4-BE49-F238E27FC236}">
                    <a16:creationId xmlns:a16="http://schemas.microsoft.com/office/drawing/2014/main" id="{0E1971D1-0686-DAA8-3304-1B1C36910241}"/>
                  </a:ext>
                </a:extLst>
              </p:cNvPr>
              <p:cNvGrpSpPr/>
              <p:nvPr/>
            </p:nvGrpSpPr>
            <p:grpSpPr>
              <a:xfrm>
                <a:off x="381290" y="924043"/>
                <a:ext cx="6248277" cy="2906095"/>
                <a:chOff x="381290" y="924043"/>
                <a:chExt cx="6248277" cy="2906095"/>
              </a:xfrm>
            </p:grpSpPr>
            <p:grpSp>
              <p:nvGrpSpPr>
                <p:cNvPr id="4" name="Grupo 3">
                  <a:extLst>
                    <a:ext uri="{FF2B5EF4-FFF2-40B4-BE49-F238E27FC236}">
                      <a16:creationId xmlns:a16="http://schemas.microsoft.com/office/drawing/2014/main" id="{08A3FCEA-92DE-1400-B078-7E84308E6045}"/>
                    </a:ext>
                  </a:extLst>
                </p:cNvPr>
                <p:cNvGrpSpPr/>
                <p:nvPr/>
              </p:nvGrpSpPr>
              <p:grpSpPr>
                <a:xfrm>
                  <a:off x="381290" y="924043"/>
                  <a:ext cx="6248277" cy="2906095"/>
                  <a:chOff x="381290" y="924043"/>
                  <a:chExt cx="6248277" cy="2906095"/>
                </a:xfrm>
              </p:grpSpPr>
              <p:grpSp>
                <p:nvGrpSpPr>
                  <p:cNvPr id="25" name="Grupo 24">
                    <a:extLst>
                      <a:ext uri="{FF2B5EF4-FFF2-40B4-BE49-F238E27FC236}">
                        <a16:creationId xmlns:a16="http://schemas.microsoft.com/office/drawing/2014/main" id="{299708BB-FE78-DAD5-4084-698925091B5A}"/>
                      </a:ext>
                    </a:extLst>
                  </p:cNvPr>
                  <p:cNvGrpSpPr/>
                  <p:nvPr/>
                </p:nvGrpSpPr>
                <p:grpSpPr>
                  <a:xfrm>
                    <a:off x="381290" y="924043"/>
                    <a:ext cx="6248277" cy="2906095"/>
                    <a:chOff x="381290" y="924043"/>
                    <a:chExt cx="6248277" cy="2906095"/>
                  </a:xfrm>
                </p:grpSpPr>
                <p:grpSp>
                  <p:nvGrpSpPr>
                    <p:cNvPr id="24" name="Grupo 23">
                      <a:extLst>
                        <a:ext uri="{FF2B5EF4-FFF2-40B4-BE49-F238E27FC236}">
                          <a16:creationId xmlns:a16="http://schemas.microsoft.com/office/drawing/2014/main" id="{929B3D19-4C34-ADAA-B262-29403D6945FC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529460" y="1110116"/>
                      <a:ext cx="4100107" cy="2720022"/>
                      <a:chOff x="2529460" y="1110116"/>
                      <a:chExt cx="4100107" cy="2720022"/>
                    </a:xfrm>
                  </p:grpSpPr>
                  <p:grpSp>
                    <p:nvGrpSpPr>
                      <p:cNvPr id="7" name="Grupo 6">
                        <a:extLst>
                          <a:ext uri="{FF2B5EF4-FFF2-40B4-BE49-F238E27FC236}">
                            <a16:creationId xmlns:a16="http://schemas.microsoft.com/office/drawing/2014/main" id="{D155A211-10CC-6F11-8A74-FB130AB06A8E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529460" y="1110116"/>
                        <a:ext cx="4100107" cy="2720022"/>
                        <a:chOff x="653143" y="888581"/>
                        <a:chExt cx="5172891" cy="3431710"/>
                      </a:xfrm>
                    </p:grpSpPr>
                    <p:pic>
                      <p:nvPicPr>
                        <p:cNvPr id="5" name="Imagen 4" descr="Gráfico, Gráfico de dispersión&#10;&#10;El contenido generado por IA puede ser incorrecto.">
                          <a:extLst>
                            <a:ext uri="{FF2B5EF4-FFF2-40B4-BE49-F238E27FC236}">
                              <a16:creationId xmlns:a16="http://schemas.microsoft.com/office/drawing/2014/main" id="{C7218771-90BC-2477-C1AF-9F2D772FF5EE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653143" y="888581"/>
                          <a:ext cx="5172891" cy="3431710"/>
                        </a:xfrm>
                        <a:prstGeom prst="rect">
                          <a:avLst/>
                        </a:prstGeom>
                      </p:spPr>
                    </p:pic>
                    <p:sp>
                      <p:nvSpPr>
                        <p:cNvPr id="6" name="CuadroTexto 5">
                          <a:extLst>
                            <a:ext uri="{FF2B5EF4-FFF2-40B4-BE49-F238E27FC236}">
                              <a16:creationId xmlns:a16="http://schemas.microsoft.com/office/drawing/2014/main" id="{42A2922A-996A-303B-5742-33AF0B9DAE09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3239588" y="990600"/>
                          <a:ext cx="1797232" cy="369332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:endParaRPr lang="es-ES" dirty="0"/>
                        </a:p>
                      </p:txBody>
                    </p:sp>
                  </p:grpSp>
                  <p:sp>
                    <p:nvSpPr>
                      <p:cNvPr id="8" name="CuadroTexto 7">
                        <a:extLst>
                          <a:ext uri="{FF2B5EF4-FFF2-40B4-BE49-F238E27FC236}">
                            <a16:creationId xmlns:a16="http://schemas.microsoft.com/office/drawing/2014/main" id="{56E73B01-2C53-E86B-310A-81159FEE9AFE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3582097" y="1110116"/>
                        <a:ext cx="3047470" cy="415498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ctr"/>
                        <a:r>
                          <a:rPr lang="es-ES" sz="1000" b="1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a:t>Importancia de cada variable calculada por el modelo Bosque Aleatorio</a:t>
                        </a:r>
                      </a:p>
                    </p:txBody>
                  </p:sp>
                </p:grpSp>
                <p:sp>
                  <p:nvSpPr>
                    <p:cNvPr id="12" name="CuadroTexto 11">
                      <a:extLst>
                        <a:ext uri="{FF2B5EF4-FFF2-40B4-BE49-F238E27FC236}">
                          <a16:creationId xmlns:a16="http://schemas.microsoft.com/office/drawing/2014/main" id="{BC1ACF0C-0CC0-E81D-0EF8-A2DBACD4FF1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81290" y="924044"/>
                      <a:ext cx="373626" cy="30777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s-ES" sz="14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</a:p>
                  </p:txBody>
                </p:sp>
                <p:sp>
                  <p:nvSpPr>
                    <p:cNvPr id="14" name="CuadroTexto 13">
                      <a:extLst>
                        <a:ext uri="{FF2B5EF4-FFF2-40B4-BE49-F238E27FC236}">
                          <a16:creationId xmlns:a16="http://schemas.microsoft.com/office/drawing/2014/main" id="{0AA931AB-F32B-1909-D4BE-0A7EC67EAC5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540097" y="924043"/>
                      <a:ext cx="373626" cy="30777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s-ES" sz="14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</a:t>
                      </a:r>
                    </a:p>
                  </p:txBody>
                </p:sp>
              </p:grpSp>
              <p:sp>
                <p:nvSpPr>
                  <p:cNvPr id="3" name="Rectángulo 2">
                    <a:extLst>
                      <a:ext uri="{FF2B5EF4-FFF2-40B4-BE49-F238E27FC236}">
                        <a16:creationId xmlns:a16="http://schemas.microsoft.com/office/drawing/2014/main" id="{BE06E0C6-0D6C-B92F-9892-C5E19DEEDD15}"/>
                      </a:ext>
                    </a:extLst>
                  </p:cNvPr>
                  <p:cNvSpPr/>
                  <p:nvPr/>
                </p:nvSpPr>
                <p:spPr>
                  <a:xfrm>
                    <a:off x="2686050" y="1525614"/>
                    <a:ext cx="1304925" cy="1893861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  <p:sp>
              <p:nvSpPr>
                <p:cNvPr id="2" name="CuadroTexto 1">
                  <a:extLst>
                    <a:ext uri="{FF2B5EF4-FFF2-40B4-BE49-F238E27FC236}">
                      <a16:creationId xmlns:a16="http://schemas.microsoft.com/office/drawing/2014/main" id="{379B33F6-A1FB-6DB8-3C07-E50E13FE34B7}"/>
                    </a:ext>
                  </a:extLst>
                </p:cNvPr>
                <p:cNvSpPr txBox="1"/>
                <p:nvPr/>
              </p:nvSpPr>
              <p:spPr>
                <a:xfrm>
                  <a:off x="2426008" y="1548701"/>
                  <a:ext cx="1709317" cy="181588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s-ES" sz="700" b="1" dirty="0"/>
                    <a:t>Anomalías Oftalmológicas</a:t>
                  </a:r>
                </a:p>
                <a:p>
                  <a:pPr algn="ctr"/>
                  <a:r>
                    <a:rPr lang="es-ES" sz="700" b="1" dirty="0"/>
                    <a:t>Anomalías Hormonales</a:t>
                  </a:r>
                </a:p>
                <a:p>
                  <a:pPr algn="ctr"/>
                  <a:r>
                    <a:rPr lang="es-ES" sz="700" b="1" dirty="0"/>
                    <a:t>Anomalías Orgánicas</a:t>
                  </a:r>
                </a:p>
                <a:p>
                  <a:pPr algn="ctr"/>
                  <a:r>
                    <a:rPr lang="es-ES" sz="700" b="1" dirty="0"/>
                    <a:t>Anomalías Neurológicas</a:t>
                  </a:r>
                </a:p>
                <a:p>
                  <a:pPr algn="ctr"/>
                  <a:r>
                    <a:rPr lang="es-ES" sz="700" b="1" dirty="0"/>
                    <a:t>Anomalías Coronarias y Vasculares</a:t>
                  </a:r>
                </a:p>
                <a:p>
                  <a:pPr algn="ctr"/>
                  <a:r>
                    <a:rPr lang="es-ES" sz="700" b="1" dirty="0"/>
                    <a:t>Anomalías Respiratorias</a:t>
                  </a:r>
                </a:p>
                <a:p>
                  <a:pPr algn="ctr"/>
                  <a:r>
                    <a:rPr lang="es-ES" sz="700" b="1" dirty="0"/>
                    <a:t>Anomalías Digestivas</a:t>
                  </a:r>
                </a:p>
                <a:p>
                  <a:pPr algn="ctr"/>
                  <a:r>
                    <a:rPr lang="es-ES" sz="700" b="1" dirty="0"/>
                    <a:t>Anomalías Hepáticas</a:t>
                  </a:r>
                </a:p>
                <a:p>
                  <a:pPr algn="ctr"/>
                  <a:r>
                    <a:rPr lang="es-ES" sz="700" b="1" dirty="0"/>
                    <a:t>Anomalías Cerebrales</a:t>
                  </a:r>
                </a:p>
                <a:p>
                  <a:pPr algn="ctr"/>
                  <a:r>
                    <a:rPr lang="es-ES" sz="700" b="1" dirty="0"/>
                    <a:t>Anomalías Auriculares</a:t>
                  </a:r>
                </a:p>
                <a:p>
                  <a:pPr algn="ctr"/>
                  <a:r>
                    <a:rPr lang="es-ES" sz="700" b="1" dirty="0"/>
                    <a:t>Anomalías Nasales</a:t>
                  </a:r>
                </a:p>
                <a:p>
                  <a:pPr algn="ctr"/>
                  <a:r>
                    <a:rPr lang="es-ES" sz="700" b="1" dirty="0"/>
                    <a:t>Anomalías Renales</a:t>
                  </a:r>
                </a:p>
                <a:p>
                  <a:pPr algn="ctr"/>
                  <a:r>
                    <a:rPr lang="es-ES" sz="700" b="1" dirty="0"/>
                    <a:t>Anomalías Óseas</a:t>
                  </a:r>
                </a:p>
                <a:p>
                  <a:pPr algn="ctr"/>
                  <a:r>
                    <a:rPr lang="es-ES" sz="700" b="1" dirty="0"/>
                    <a:t>Anomalías Reproductivas</a:t>
                  </a:r>
                </a:p>
                <a:p>
                  <a:pPr algn="ctr"/>
                  <a:r>
                    <a:rPr lang="es-ES" sz="700" b="1" dirty="0"/>
                    <a:t>Otros</a:t>
                  </a:r>
                </a:p>
                <a:p>
                  <a:pPr algn="ctr"/>
                  <a:r>
                    <a:rPr lang="es-ES" sz="700" b="1" dirty="0"/>
                    <a:t>Anomalías Faciales</a:t>
                  </a:r>
                </a:p>
              </p:txBody>
            </p:sp>
          </p:grpSp>
          <p:sp>
            <p:nvSpPr>
              <p:cNvPr id="10" name="Rectángulo 9">
                <a:extLst>
                  <a:ext uri="{FF2B5EF4-FFF2-40B4-BE49-F238E27FC236}">
                    <a16:creationId xmlns:a16="http://schemas.microsoft.com/office/drawing/2014/main" id="{50A64B2C-5734-3AB5-03D2-701B8AC4288C}"/>
                  </a:ext>
                </a:extLst>
              </p:cNvPr>
              <p:cNvSpPr/>
              <p:nvPr/>
            </p:nvSpPr>
            <p:spPr>
              <a:xfrm>
                <a:off x="4846320" y="3617817"/>
                <a:ext cx="948780" cy="17905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</p:grpSp>
        <p:sp>
          <p:nvSpPr>
            <p:cNvPr id="13" name="CuadroTexto 12">
              <a:extLst>
                <a:ext uri="{FF2B5EF4-FFF2-40B4-BE49-F238E27FC236}">
                  <a16:creationId xmlns:a16="http://schemas.microsoft.com/office/drawing/2014/main" id="{17211EE4-F8A4-EB0B-0565-6834590A570F}"/>
                </a:ext>
              </a:extLst>
            </p:cNvPr>
            <p:cNvSpPr txBox="1"/>
            <p:nvPr/>
          </p:nvSpPr>
          <p:spPr>
            <a:xfrm>
              <a:off x="4787879" y="3563286"/>
              <a:ext cx="90001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9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Índice de Gini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78629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9456A6F1-C725-D7C4-D936-EA6C7A9CBF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2689673"/>
              </p:ext>
            </p:extLst>
          </p:nvPr>
        </p:nvGraphicFramePr>
        <p:xfrm>
          <a:off x="844369" y="846908"/>
          <a:ext cx="2032001" cy="990056"/>
        </p:xfrm>
        <a:graphic>
          <a:graphicData uri="http://schemas.openxmlformats.org/drawingml/2006/table">
            <a:tbl>
              <a:tblPr>
                <a:tableStyleId>{85BE263C-DBD7-4A20-BB59-AAB30ACAA65A}</a:tableStyleId>
              </a:tblPr>
              <a:tblGrid>
                <a:gridCol w="849573">
                  <a:extLst>
                    <a:ext uri="{9D8B030D-6E8A-4147-A177-3AD203B41FA5}">
                      <a16:colId xmlns:a16="http://schemas.microsoft.com/office/drawing/2014/main" val="1039937850"/>
                    </a:ext>
                  </a:extLst>
                </a:gridCol>
                <a:gridCol w="849573">
                  <a:extLst>
                    <a:ext uri="{9D8B030D-6E8A-4147-A177-3AD203B41FA5}">
                      <a16:colId xmlns:a16="http://schemas.microsoft.com/office/drawing/2014/main" val="1329723491"/>
                    </a:ext>
                  </a:extLst>
                </a:gridCol>
                <a:gridCol w="332855">
                  <a:extLst>
                    <a:ext uri="{9D8B030D-6E8A-4147-A177-3AD203B41FA5}">
                      <a16:colId xmlns:a16="http://schemas.microsoft.com/office/drawing/2014/main" val="2342281131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s-ES" sz="1100" b="1" u="none" strike="noStrike" dirty="0" err="1">
                          <a:effectLst/>
                        </a:rPr>
                        <a:t>Prediction</a:t>
                      </a:r>
                      <a:endParaRPr lang="es-E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100" b="1" u="none" strike="noStrike" dirty="0">
                          <a:effectLst/>
                        </a:rPr>
                        <a:t>Reference</a:t>
                      </a:r>
                      <a:endParaRPr lang="es-E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100" b="1" u="none" strike="noStrike" dirty="0" err="1">
                          <a:effectLst/>
                        </a:rPr>
                        <a:t>Freq</a:t>
                      </a:r>
                      <a:endParaRPr lang="es-E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76540167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s-ES" sz="1100" u="none" strike="noStrike" dirty="0">
                          <a:effectLst/>
                        </a:rPr>
                        <a:t>ciliopatía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100" u="none" strike="noStrike" dirty="0">
                          <a:effectLst/>
                        </a:rPr>
                        <a:t>ciliopatía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100" u="none" strike="noStrike">
                          <a:effectLst/>
                        </a:rPr>
                        <a:t>92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87181475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s-ES" sz="1100" u="none" strike="noStrike" dirty="0">
                          <a:effectLst/>
                        </a:rPr>
                        <a:t>No ciliopatía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100" u="none" strike="noStrike" dirty="0">
                          <a:effectLst/>
                        </a:rPr>
                        <a:t>ciliopatía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100" u="none" strike="noStrike">
                          <a:effectLst/>
                        </a:rPr>
                        <a:t>10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402272859"/>
                  </a:ext>
                </a:extLst>
              </a:tr>
              <a:tr h="228056">
                <a:tc>
                  <a:txBody>
                    <a:bodyPr/>
                    <a:lstStyle/>
                    <a:p>
                      <a:pPr algn="l" fontAlgn="b"/>
                      <a:r>
                        <a:rPr lang="es-ES" sz="1100" u="none" strike="noStrike" dirty="0">
                          <a:effectLst/>
                        </a:rPr>
                        <a:t>ciliopatía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100" u="none" strike="noStrike" dirty="0">
                          <a:effectLst/>
                        </a:rPr>
                        <a:t>No ciliopatía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100" u="none" strike="noStrike" dirty="0">
                          <a:effectLst/>
                        </a:rPr>
                        <a:t>8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82197818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s-ES" sz="1100" u="none" strike="noStrike" dirty="0">
                          <a:effectLst/>
                        </a:rPr>
                        <a:t>No ciliopatía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100" u="none" strike="noStrike" dirty="0">
                          <a:effectLst/>
                        </a:rPr>
                        <a:t>No ciliopatía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100" u="none" strike="noStrike" dirty="0">
                          <a:effectLst/>
                        </a:rPr>
                        <a:t>94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36131085"/>
                  </a:ext>
                </a:extLst>
              </a:tr>
            </a:tbl>
          </a:graphicData>
        </a:graphic>
      </p:graphicFrame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3E074B31-1CD2-3FB3-9CDB-F346E7BB27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1545230"/>
              </p:ext>
            </p:extLst>
          </p:nvPr>
        </p:nvGraphicFramePr>
        <p:xfrm>
          <a:off x="3556000" y="846908"/>
          <a:ext cx="2032001" cy="969209"/>
        </p:xfrm>
        <a:graphic>
          <a:graphicData uri="http://schemas.openxmlformats.org/drawingml/2006/table">
            <a:tbl>
              <a:tblPr>
                <a:tableStyleId>{8EC20E35-A176-4012-BC5E-935CFFF8708E}</a:tableStyleId>
              </a:tblPr>
              <a:tblGrid>
                <a:gridCol w="849573">
                  <a:extLst>
                    <a:ext uri="{9D8B030D-6E8A-4147-A177-3AD203B41FA5}">
                      <a16:colId xmlns:a16="http://schemas.microsoft.com/office/drawing/2014/main" val="2173583920"/>
                    </a:ext>
                  </a:extLst>
                </a:gridCol>
                <a:gridCol w="849573">
                  <a:extLst>
                    <a:ext uri="{9D8B030D-6E8A-4147-A177-3AD203B41FA5}">
                      <a16:colId xmlns:a16="http://schemas.microsoft.com/office/drawing/2014/main" val="1377951176"/>
                    </a:ext>
                  </a:extLst>
                </a:gridCol>
                <a:gridCol w="332855">
                  <a:extLst>
                    <a:ext uri="{9D8B030D-6E8A-4147-A177-3AD203B41FA5}">
                      <a16:colId xmlns:a16="http://schemas.microsoft.com/office/drawing/2014/main" val="2895996421"/>
                    </a:ext>
                  </a:extLst>
                </a:gridCol>
              </a:tblGrid>
              <a:tr h="198011">
                <a:tc>
                  <a:txBody>
                    <a:bodyPr/>
                    <a:lstStyle/>
                    <a:p>
                      <a:pPr algn="l" fontAlgn="b"/>
                      <a:r>
                        <a:rPr lang="es-ES" sz="1100" b="1" u="none" strike="noStrike" dirty="0" err="1">
                          <a:effectLst/>
                        </a:rPr>
                        <a:t>Prediction</a:t>
                      </a:r>
                      <a:endParaRPr lang="es-E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100" b="1" u="none" strike="noStrike" dirty="0">
                          <a:effectLst/>
                        </a:rPr>
                        <a:t>Reference</a:t>
                      </a:r>
                      <a:endParaRPr lang="es-E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100" b="1" u="none" strike="noStrike" dirty="0" err="1">
                          <a:effectLst/>
                        </a:rPr>
                        <a:t>Freq</a:t>
                      </a:r>
                      <a:endParaRPr lang="es-E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493793725"/>
                  </a:ext>
                </a:extLst>
              </a:tr>
              <a:tr h="198011">
                <a:tc>
                  <a:txBody>
                    <a:bodyPr/>
                    <a:lstStyle/>
                    <a:p>
                      <a:pPr algn="l" fontAlgn="b"/>
                      <a:r>
                        <a:rPr lang="es-ES" sz="1100" u="none" strike="noStrike" dirty="0">
                          <a:effectLst/>
                        </a:rPr>
                        <a:t>ciliopatía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100" u="none" strike="noStrike" dirty="0">
                          <a:effectLst/>
                        </a:rPr>
                        <a:t>ciliopatía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100" u="none" strike="noStrike" dirty="0">
                          <a:effectLst/>
                        </a:rPr>
                        <a:t>98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082978057"/>
                  </a:ext>
                </a:extLst>
              </a:tr>
              <a:tr h="198011">
                <a:tc>
                  <a:txBody>
                    <a:bodyPr/>
                    <a:lstStyle/>
                    <a:p>
                      <a:pPr algn="l" fontAlgn="b"/>
                      <a:r>
                        <a:rPr lang="es-ES" sz="1100" u="none" strike="noStrike" dirty="0">
                          <a:effectLst/>
                        </a:rPr>
                        <a:t>No ciliopatía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100" u="none" strike="noStrike" dirty="0">
                          <a:effectLst/>
                        </a:rPr>
                        <a:t>ciliopatía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100" u="none" strike="noStrike">
                          <a:effectLst/>
                        </a:rPr>
                        <a:t>4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478580234"/>
                  </a:ext>
                </a:extLst>
              </a:tr>
              <a:tr h="198011">
                <a:tc>
                  <a:txBody>
                    <a:bodyPr/>
                    <a:lstStyle/>
                    <a:p>
                      <a:pPr algn="l" fontAlgn="b"/>
                      <a:r>
                        <a:rPr lang="es-ES" sz="1100" u="none" strike="noStrike" dirty="0">
                          <a:effectLst/>
                        </a:rPr>
                        <a:t>ciliopatía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100" u="none" strike="noStrike" dirty="0">
                          <a:effectLst/>
                        </a:rPr>
                        <a:t>No ciliopatía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100" u="none" strike="noStrike">
                          <a:effectLst/>
                        </a:rPr>
                        <a:t>4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092744132"/>
                  </a:ext>
                </a:extLst>
              </a:tr>
              <a:tr h="175561">
                <a:tc>
                  <a:txBody>
                    <a:bodyPr/>
                    <a:lstStyle/>
                    <a:p>
                      <a:pPr algn="l" fontAlgn="b"/>
                      <a:r>
                        <a:rPr lang="es-ES" sz="1100" u="none" strike="noStrike" dirty="0">
                          <a:effectLst/>
                        </a:rPr>
                        <a:t>No ciliopatía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100" u="none" strike="noStrike" dirty="0">
                          <a:effectLst/>
                        </a:rPr>
                        <a:t>No ciliopatía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100" u="none" strike="noStrike" dirty="0">
                          <a:effectLst/>
                        </a:rPr>
                        <a:t>98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759652520"/>
                  </a:ext>
                </a:extLst>
              </a:tr>
            </a:tbl>
          </a:graphicData>
        </a:graphic>
      </p:graphicFrame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676A3DBB-9F8B-F44E-DF73-AE1ABC4D5F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6051183"/>
              </p:ext>
            </p:extLst>
          </p:nvPr>
        </p:nvGraphicFramePr>
        <p:xfrm>
          <a:off x="844369" y="2434590"/>
          <a:ext cx="2032001" cy="952500"/>
        </p:xfrm>
        <a:graphic>
          <a:graphicData uri="http://schemas.openxmlformats.org/drawingml/2006/table">
            <a:tbl>
              <a:tblPr>
                <a:tableStyleId>{8EC20E35-A176-4012-BC5E-935CFFF8708E}</a:tableStyleId>
              </a:tblPr>
              <a:tblGrid>
                <a:gridCol w="849573">
                  <a:extLst>
                    <a:ext uri="{9D8B030D-6E8A-4147-A177-3AD203B41FA5}">
                      <a16:colId xmlns:a16="http://schemas.microsoft.com/office/drawing/2014/main" val="775666804"/>
                    </a:ext>
                  </a:extLst>
                </a:gridCol>
                <a:gridCol w="849573">
                  <a:extLst>
                    <a:ext uri="{9D8B030D-6E8A-4147-A177-3AD203B41FA5}">
                      <a16:colId xmlns:a16="http://schemas.microsoft.com/office/drawing/2014/main" val="4212398917"/>
                    </a:ext>
                  </a:extLst>
                </a:gridCol>
                <a:gridCol w="332855">
                  <a:extLst>
                    <a:ext uri="{9D8B030D-6E8A-4147-A177-3AD203B41FA5}">
                      <a16:colId xmlns:a16="http://schemas.microsoft.com/office/drawing/2014/main" val="2231541662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s-ES" sz="1100" b="1" u="none" strike="noStrike" dirty="0" err="1">
                          <a:effectLst/>
                        </a:rPr>
                        <a:t>Prediction</a:t>
                      </a:r>
                      <a:endParaRPr lang="es-E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100" b="1" u="none" strike="noStrike" dirty="0">
                          <a:effectLst/>
                        </a:rPr>
                        <a:t>Reference</a:t>
                      </a:r>
                      <a:endParaRPr lang="es-E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100" b="1" u="none" strike="noStrike" dirty="0" err="1">
                          <a:effectLst/>
                        </a:rPr>
                        <a:t>Freq</a:t>
                      </a:r>
                      <a:endParaRPr lang="es-E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91609768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s-ES" sz="1100" u="none" strike="noStrike" dirty="0">
                          <a:effectLst/>
                        </a:rPr>
                        <a:t>ciliopatía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100" u="none" strike="noStrike" dirty="0">
                          <a:effectLst/>
                        </a:rPr>
                        <a:t>ciliopatía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100" u="none" strike="noStrike">
                          <a:effectLst/>
                        </a:rPr>
                        <a:t>95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98429658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s-ES" sz="1100" u="none" strike="noStrike" dirty="0">
                          <a:effectLst/>
                        </a:rPr>
                        <a:t>No ciliopatía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100" u="none" strike="noStrike" dirty="0">
                          <a:effectLst/>
                        </a:rPr>
                        <a:t>ciliopatía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100" u="none" strike="noStrike" dirty="0">
                          <a:effectLst/>
                        </a:rPr>
                        <a:t>7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24878073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s-ES" sz="1100" u="none" strike="noStrike" dirty="0">
                          <a:effectLst/>
                        </a:rPr>
                        <a:t>ciliopatía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100" u="none" strike="noStrike" dirty="0">
                          <a:effectLst/>
                        </a:rPr>
                        <a:t>No ciliopatía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100" u="none" strike="noStrike" dirty="0">
                          <a:effectLst/>
                        </a:rPr>
                        <a:t>5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81946238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s-ES" sz="1100" u="none" strike="noStrike" dirty="0">
                          <a:effectLst/>
                        </a:rPr>
                        <a:t>No ciliopatía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100" u="none" strike="noStrike" dirty="0">
                          <a:effectLst/>
                        </a:rPr>
                        <a:t>No ciliopatía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100" u="none" strike="noStrike" dirty="0">
                          <a:effectLst/>
                        </a:rPr>
                        <a:t>97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449230258"/>
                  </a:ext>
                </a:extLst>
              </a:tr>
            </a:tbl>
          </a:graphicData>
        </a:graphic>
      </p:graphicFrame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D82C4E61-B032-D089-E32D-F577F585EA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0677973"/>
              </p:ext>
            </p:extLst>
          </p:nvPr>
        </p:nvGraphicFramePr>
        <p:xfrm>
          <a:off x="3555999" y="2434590"/>
          <a:ext cx="2032001" cy="952500"/>
        </p:xfrm>
        <a:graphic>
          <a:graphicData uri="http://schemas.openxmlformats.org/drawingml/2006/table">
            <a:tbl>
              <a:tblPr>
                <a:tableStyleId>{8EC20E35-A176-4012-BC5E-935CFFF8708E}</a:tableStyleId>
              </a:tblPr>
              <a:tblGrid>
                <a:gridCol w="849573">
                  <a:extLst>
                    <a:ext uri="{9D8B030D-6E8A-4147-A177-3AD203B41FA5}">
                      <a16:colId xmlns:a16="http://schemas.microsoft.com/office/drawing/2014/main" val="3490928731"/>
                    </a:ext>
                  </a:extLst>
                </a:gridCol>
                <a:gridCol w="849573">
                  <a:extLst>
                    <a:ext uri="{9D8B030D-6E8A-4147-A177-3AD203B41FA5}">
                      <a16:colId xmlns:a16="http://schemas.microsoft.com/office/drawing/2014/main" val="2963092724"/>
                    </a:ext>
                  </a:extLst>
                </a:gridCol>
                <a:gridCol w="332855">
                  <a:extLst>
                    <a:ext uri="{9D8B030D-6E8A-4147-A177-3AD203B41FA5}">
                      <a16:colId xmlns:a16="http://schemas.microsoft.com/office/drawing/2014/main" val="2135153650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s-ES" sz="1100" b="1" u="none" strike="noStrike" dirty="0" err="1">
                          <a:effectLst/>
                        </a:rPr>
                        <a:t>Prediction</a:t>
                      </a:r>
                      <a:endParaRPr lang="es-E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100" b="1" u="none" strike="noStrike" dirty="0">
                          <a:effectLst/>
                        </a:rPr>
                        <a:t>Reference</a:t>
                      </a:r>
                      <a:endParaRPr lang="es-E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100" b="1" u="none" strike="noStrike" dirty="0" err="1">
                          <a:effectLst/>
                        </a:rPr>
                        <a:t>Freq</a:t>
                      </a:r>
                      <a:endParaRPr lang="es-E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3526351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s-ES" sz="1100" u="none" strike="noStrike" dirty="0">
                          <a:effectLst/>
                        </a:rPr>
                        <a:t>ciliopatía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100" u="none" strike="noStrike" dirty="0">
                          <a:effectLst/>
                        </a:rPr>
                        <a:t>ciliopatía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100" u="none" strike="noStrike">
                          <a:effectLst/>
                        </a:rPr>
                        <a:t>98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52154226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s-ES" sz="1100" u="none" strike="noStrike" dirty="0">
                          <a:effectLst/>
                        </a:rPr>
                        <a:t>No ciliopatía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100" u="none" strike="noStrike" dirty="0">
                          <a:effectLst/>
                        </a:rPr>
                        <a:t>ciliopatía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100" u="none" strike="noStrike">
                          <a:effectLst/>
                        </a:rPr>
                        <a:t>4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3975900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s-ES" sz="1100" u="none" strike="noStrike" dirty="0">
                          <a:effectLst/>
                        </a:rPr>
                        <a:t>ciliopatía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100" u="none" strike="noStrike" dirty="0">
                          <a:effectLst/>
                        </a:rPr>
                        <a:t>No ciliopatía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100" u="none" strike="noStrike">
                          <a:effectLst/>
                        </a:rPr>
                        <a:t>4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61528951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s-ES" sz="1100" u="none" strike="noStrike" dirty="0">
                          <a:effectLst/>
                        </a:rPr>
                        <a:t>No ciliopatía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100" u="none" strike="noStrike" dirty="0">
                          <a:effectLst/>
                        </a:rPr>
                        <a:t>No ciliopatía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100" u="none" strike="noStrike" dirty="0">
                          <a:effectLst/>
                        </a:rPr>
                        <a:t>98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461491327"/>
                  </a:ext>
                </a:extLst>
              </a:tr>
            </a:tbl>
          </a:graphicData>
        </a:graphic>
      </p:graphicFrame>
      <p:sp>
        <p:nvSpPr>
          <p:cNvPr id="8" name="CuadroTexto 7">
            <a:extLst>
              <a:ext uri="{FF2B5EF4-FFF2-40B4-BE49-F238E27FC236}">
                <a16:creationId xmlns:a16="http://schemas.microsoft.com/office/drawing/2014/main" id="{1445D051-BD6D-9149-6256-48197B90F129}"/>
              </a:ext>
            </a:extLst>
          </p:cNvPr>
          <p:cNvSpPr txBox="1"/>
          <p:nvPr/>
        </p:nvSpPr>
        <p:spPr>
          <a:xfrm>
            <a:off x="719833" y="539131"/>
            <a:ext cx="3736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0E10C994-D0BD-0A61-998B-6D4B9FB2A950}"/>
              </a:ext>
            </a:extLst>
          </p:cNvPr>
          <p:cNvSpPr txBox="1"/>
          <p:nvPr/>
        </p:nvSpPr>
        <p:spPr>
          <a:xfrm>
            <a:off x="3429000" y="539130"/>
            <a:ext cx="3736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>
                <a:latin typeface="Calibri" panose="020F0502020204030204" pitchFamily="34" charset="0"/>
                <a:cs typeface="Calibri" panose="020F0502020204030204" pitchFamily="34" charset="0"/>
              </a:rPr>
              <a:t>B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3C35FD03-3B55-4306-3E7B-AC59F8BB78EB}"/>
              </a:ext>
            </a:extLst>
          </p:cNvPr>
          <p:cNvSpPr txBox="1"/>
          <p:nvPr/>
        </p:nvSpPr>
        <p:spPr>
          <a:xfrm>
            <a:off x="719833" y="2144741"/>
            <a:ext cx="3736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>
                <a:latin typeface="Calibri" panose="020F0502020204030204" pitchFamily="34" charset="0"/>
                <a:cs typeface="Calibri" panose="020F0502020204030204" pitchFamily="34" charset="0"/>
              </a:rPr>
              <a:t>C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7FDAD08A-762B-0874-8FFD-BC7D9A6C77E5}"/>
              </a:ext>
            </a:extLst>
          </p:cNvPr>
          <p:cNvSpPr txBox="1"/>
          <p:nvPr/>
        </p:nvSpPr>
        <p:spPr>
          <a:xfrm>
            <a:off x="3429000" y="2126813"/>
            <a:ext cx="3736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>
                <a:latin typeface="Calibri" panose="020F0502020204030204" pitchFamily="34" charset="0"/>
                <a:cs typeface="Calibri" panose="020F0502020204030204" pitchFamily="34" charset="0"/>
              </a:rPr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20393791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upo 21">
            <a:extLst>
              <a:ext uri="{FF2B5EF4-FFF2-40B4-BE49-F238E27FC236}">
                <a16:creationId xmlns:a16="http://schemas.microsoft.com/office/drawing/2014/main" id="{2C5C5D2A-9481-7084-6E2F-45E69BC81786}"/>
              </a:ext>
            </a:extLst>
          </p:cNvPr>
          <p:cNvGrpSpPr/>
          <p:nvPr/>
        </p:nvGrpSpPr>
        <p:grpSpPr>
          <a:xfrm>
            <a:off x="886337" y="252654"/>
            <a:ext cx="4898513" cy="4186731"/>
            <a:chOff x="886337" y="252654"/>
            <a:chExt cx="4898513" cy="4186731"/>
          </a:xfrm>
        </p:grpSpPr>
        <p:grpSp>
          <p:nvGrpSpPr>
            <p:cNvPr id="21" name="Grupo 20">
              <a:extLst>
                <a:ext uri="{FF2B5EF4-FFF2-40B4-BE49-F238E27FC236}">
                  <a16:creationId xmlns:a16="http://schemas.microsoft.com/office/drawing/2014/main" id="{6000F8CA-1A64-D34E-B817-74930E4B25D8}"/>
                </a:ext>
              </a:extLst>
            </p:cNvPr>
            <p:cNvGrpSpPr/>
            <p:nvPr/>
          </p:nvGrpSpPr>
          <p:grpSpPr>
            <a:xfrm>
              <a:off x="886337" y="252654"/>
              <a:ext cx="4898513" cy="4074284"/>
              <a:chOff x="886337" y="252654"/>
              <a:chExt cx="4898513" cy="4074284"/>
            </a:xfrm>
          </p:grpSpPr>
          <p:grpSp>
            <p:nvGrpSpPr>
              <p:cNvPr id="20" name="Grupo 19">
                <a:extLst>
                  <a:ext uri="{FF2B5EF4-FFF2-40B4-BE49-F238E27FC236}">
                    <a16:creationId xmlns:a16="http://schemas.microsoft.com/office/drawing/2014/main" id="{1F9B14B9-EC7B-6EE0-A9C0-2EEC7329D02C}"/>
                  </a:ext>
                </a:extLst>
              </p:cNvPr>
              <p:cNvGrpSpPr/>
              <p:nvPr/>
            </p:nvGrpSpPr>
            <p:grpSpPr>
              <a:xfrm>
                <a:off x="980445" y="252654"/>
                <a:ext cx="4804405" cy="4074284"/>
                <a:chOff x="980445" y="252654"/>
                <a:chExt cx="4804405" cy="4074284"/>
              </a:xfrm>
            </p:grpSpPr>
            <p:grpSp>
              <p:nvGrpSpPr>
                <p:cNvPr id="18" name="Grupo 17">
                  <a:extLst>
                    <a:ext uri="{FF2B5EF4-FFF2-40B4-BE49-F238E27FC236}">
                      <a16:creationId xmlns:a16="http://schemas.microsoft.com/office/drawing/2014/main" id="{B33F57E6-30BF-ACFB-3625-994ADD6C1EF0}"/>
                    </a:ext>
                  </a:extLst>
                </p:cNvPr>
                <p:cNvGrpSpPr/>
                <p:nvPr/>
              </p:nvGrpSpPr>
              <p:grpSpPr>
                <a:xfrm>
                  <a:off x="1020536" y="789919"/>
                  <a:ext cx="4764314" cy="3341689"/>
                  <a:chOff x="1020536" y="789919"/>
                  <a:chExt cx="4764314" cy="3341689"/>
                </a:xfrm>
              </p:grpSpPr>
              <p:grpSp>
                <p:nvGrpSpPr>
                  <p:cNvPr id="16" name="Grupo 15">
                    <a:extLst>
                      <a:ext uri="{FF2B5EF4-FFF2-40B4-BE49-F238E27FC236}">
                        <a16:creationId xmlns:a16="http://schemas.microsoft.com/office/drawing/2014/main" id="{AA9B66C1-2BD8-857F-652E-3530C1AE8BFF}"/>
                      </a:ext>
                    </a:extLst>
                  </p:cNvPr>
                  <p:cNvGrpSpPr/>
                  <p:nvPr/>
                </p:nvGrpSpPr>
                <p:grpSpPr>
                  <a:xfrm>
                    <a:off x="1073150" y="789919"/>
                    <a:ext cx="4711700" cy="3341689"/>
                    <a:chOff x="1073150" y="789919"/>
                    <a:chExt cx="4711700" cy="3341689"/>
                  </a:xfrm>
                </p:grpSpPr>
                <p:grpSp>
                  <p:nvGrpSpPr>
                    <p:cNvPr id="15" name="Grupo 14">
                      <a:extLst>
                        <a:ext uri="{FF2B5EF4-FFF2-40B4-BE49-F238E27FC236}">
                          <a16:creationId xmlns:a16="http://schemas.microsoft.com/office/drawing/2014/main" id="{10E4D026-0574-B5FF-E353-E9E8C31ED41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073150" y="789919"/>
                      <a:ext cx="4711700" cy="3258808"/>
                      <a:chOff x="1073150" y="789919"/>
                      <a:chExt cx="4711700" cy="3258808"/>
                    </a:xfrm>
                  </p:grpSpPr>
                  <p:grpSp>
                    <p:nvGrpSpPr>
                      <p:cNvPr id="10" name="Grupo 9">
                        <a:extLst>
                          <a:ext uri="{FF2B5EF4-FFF2-40B4-BE49-F238E27FC236}">
                            <a16:creationId xmlns:a16="http://schemas.microsoft.com/office/drawing/2014/main" id="{18639954-2781-5131-3767-E336419F1BE8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073150" y="917204"/>
                        <a:ext cx="4711700" cy="3131523"/>
                        <a:chOff x="1073150" y="917204"/>
                        <a:chExt cx="4711700" cy="3131523"/>
                      </a:xfrm>
                    </p:grpSpPr>
                    <p:pic>
                      <p:nvPicPr>
                        <p:cNvPr id="5" name="Imagen 4" descr="Gráfico, Histograma&#10;&#10;El contenido generado por IA puede ser incorrecto.">
                          <a:extLst>
                            <a:ext uri="{FF2B5EF4-FFF2-40B4-BE49-F238E27FC236}">
                              <a16:creationId xmlns:a16="http://schemas.microsoft.com/office/drawing/2014/main" id="{04545AA7-AF16-617B-5D90-B68DB097EF43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1073150" y="917205"/>
                          <a:ext cx="4711700" cy="3131522"/>
                        </a:xfrm>
                        <a:prstGeom prst="rect">
                          <a:avLst/>
                        </a:prstGeom>
                      </p:spPr>
                    </p:pic>
                    <p:sp>
                      <p:nvSpPr>
                        <p:cNvPr id="9" name="Rectángulo 8">
                          <a:extLst>
                            <a:ext uri="{FF2B5EF4-FFF2-40B4-BE49-F238E27FC236}">
                              <a16:creationId xmlns:a16="http://schemas.microsoft.com/office/drawing/2014/main" id="{22B929C4-9C4A-BB31-D99A-6CF9784DD19C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259963" y="917204"/>
                          <a:ext cx="698377" cy="153889"/>
                        </a:xfrm>
                        <a:prstGeom prst="rect">
                          <a:avLst/>
                        </a:prstGeom>
                        <a:solidFill>
                          <a:schemeClr val="bg1"/>
                        </a:solidFill>
                        <a:ln>
                          <a:solidFill>
                            <a:schemeClr val="bg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s-ES"/>
                        </a:p>
                      </p:txBody>
                    </p:sp>
                  </p:grpSp>
                  <p:sp>
                    <p:nvSpPr>
                      <p:cNvPr id="11" name="CuadroTexto 10">
                        <a:extLst>
                          <a:ext uri="{FF2B5EF4-FFF2-40B4-BE49-F238E27FC236}">
                            <a16:creationId xmlns:a16="http://schemas.microsoft.com/office/drawing/2014/main" id="{78020B2C-6B48-EF4D-E820-AB03908642E7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446776" y="789919"/>
                        <a:ext cx="4074284" cy="261610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ctr"/>
                        <a:r>
                          <a:rPr lang="es-ES" sz="1100" b="1" dirty="0">
                            <a:latin typeface="Calibri" panose="020F0502020204030204" pitchFamily="34" charset="0"/>
                            <a:cs typeface="Calibri" panose="020F0502020204030204" pitchFamily="34" charset="0"/>
                          </a:rPr>
                          <a:t>Gráfico de sedimentación (</a:t>
                        </a:r>
                        <a:r>
                          <a:rPr lang="es-ES" sz="1100" b="1" i="1" dirty="0" err="1">
                            <a:latin typeface="Calibri" panose="020F0502020204030204" pitchFamily="34" charset="0"/>
                            <a:cs typeface="Calibri" panose="020F0502020204030204" pitchFamily="34" charset="0"/>
                          </a:rPr>
                          <a:t>Scree</a:t>
                        </a:r>
                        <a:r>
                          <a:rPr lang="es-ES" sz="1100" b="1" i="1" dirty="0">
                            <a:latin typeface="Calibri" panose="020F0502020204030204" pitchFamily="34" charset="0"/>
                            <a:cs typeface="Calibri" panose="020F0502020204030204" pitchFamily="34" charset="0"/>
                          </a:rPr>
                          <a:t> </a:t>
                        </a:r>
                        <a:r>
                          <a:rPr lang="es-ES" sz="1100" b="1" i="1" dirty="0" err="1">
                            <a:latin typeface="Calibri" panose="020F0502020204030204" pitchFamily="34" charset="0"/>
                            <a:cs typeface="Calibri" panose="020F0502020204030204" pitchFamily="34" charset="0"/>
                          </a:rPr>
                          <a:t>Plot</a:t>
                        </a:r>
                        <a:r>
                          <a:rPr lang="es-ES" sz="1100" b="1" dirty="0">
                            <a:latin typeface="Calibri" panose="020F0502020204030204" pitchFamily="34" charset="0"/>
                            <a:cs typeface="Calibri" panose="020F0502020204030204" pitchFamily="34" charset="0"/>
                          </a:rPr>
                          <a:t>)</a:t>
                        </a:r>
                      </a:p>
                    </p:txBody>
                  </p:sp>
                  <p:sp>
                    <p:nvSpPr>
                      <p:cNvPr id="14" name="Rectángulo 13">
                        <a:extLst>
                          <a:ext uri="{FF2B5EF4-FFF2-40B4-BE49-F238E27FC236}">
                            <a16:creationId xmlns:a16="http://schemas.microsoft.com/office/drawing/2014/main" id="{1C317BB0-87C0-0B27-8D26-5F799C79DA5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147060" y="3909060"/>
                        <a:ext cx="746760" cy="13966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chemeClr val="bg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</p:grpSp>
                <p:sp>
                  <p:nvSpPr>
                    <p:cNvPr id="12" name="CuadroTexto 11">
                      <a:extLst>
                        <a:ext uri="{FF2B5EF4-FFF2-40B4-BE49-F238E27FC236}">
                          <a16:creationId xmlns:a16="http://schemas.microsoft.com/office/drawing/2014/main" id="{277E1909-68A5-EF8C-F352-48A24375C93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710566" y="3869998"/>
                      <a:ext cx="4074284" cy="2616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lang="es-ES" sz="11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Dimensiones (Componentes Principales)</a:t>
                      </a:r>
                    </a:p>
                  </p:txBody>
                </p:sp>
              </p:grpSp>
              <p:sp>
                <p:nvSpPr>
                  <p:cNvPr id="17" name="Rectángulo 16">
                    <a:extLst>
                      <a:ext uri="{FF2B5EF4-FFF2-40B4-BE49-F238E27FC236}">
                        <a16:creationId xmlns:a16="http://schemas.microsoft.com/office/drawing/2014/main" id="{B68E1A97-90B6-373F-5B4A-40E1EEAF30F5}"/>
                      </a:ext>
                    </a:extLst>
                  </p:cNvPr>
                  <p:cNvSpPr/>
                  <p:nvPr/>
                </p:nvSpPr>
                <p:spPr>
                  <a:xfrm>
                    <a:off x="1020536" y="1728586"/>
                    <a:ext cx="181428" cy="150876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 dirty="0"/>
                  </a:p>
                </p:txBody>
              </p:sp>
            </p:grpSp>
            <p:sp>
              <p:nvSpPr>
                <p:cNvPr id="19" name="CuadroTexto 18">
                  <a:extLst>
                    <a:ext uri="{FF2B5EF4-FFF2-40B4-BE49-F238E27FC236}">
                      <a16:creationId xmlns:a16="http://schemas.microsoft.com/office/drawing/2014/main" id="{B0A61CD4-A126-38EE-58E7-50EF2062B5CF}"/>
                    </a:ext>
                  </a:extLst>
                </p:cNvPr>
                <p:cNvSpPr txBox="1"/>
                <p:nvPr/>
              </p:nvSpPr>
              <p:spPr>
                <a:xfrm rot="16200000">
                  <a:off x="-925892" y="2158991"/>
                  <a:ext cx="4074284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s-ES" sz="1100" b="1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Varianza explicada</a:t>
                  </a:r>
                </a:p>
              </p:txBody>
            </p:sp>
          </p:grpSp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960487BD-95FD-DFAF-6906-644A7B7C9820}"/>
                  </a:ext>
                </a:extLst>
              </p:cNvPr>
              <p:cNvSpPr txBox="1"/>
              <p:nvPr/>
            </p:nvSpPr>
            <p:spPr>
              <a:xfrm>
                <a:off x="886337" y="763316"/>
                <a:ext cx="37362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sz="14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A</a:t>
                </a:r>
              </a:p>
            </p:txBody>
          </p:sp>
        </p:grpSp>
        <p:sp>
          <p:nvSpPr>
            <p:cNvPr id="8" name="CuadroTexto 7">
              <a:extLst>
                <a:ext uri="{FF2B5EF4-FFF2-40B4-BE49-F238E27FC236}">
                  <a16:creationId xmlns:a16="http://schemas.microsoft.com/office/drawing/2014/main" id="{B1FD7FAE-6E00-4F3F-53F1-CF2013978BE4}"/>
                </a:ext>
              </a:extLst>
            </p:cNvPr>
            <p:cNvSpPr txBox="1"/>
            <p:nvPr/>
          </p:nvSpPr>
          <p:spPr>
            <a:xfrm>
              <a:off x="886337" y="4131608"/>
              <a:ext cx="37362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400" b="1" dirty="0">
                  <a:latin typeface="Calibri" panose="020F0502020204030204" pitchFamily="34" charset="0"/>
                  <a:cs typeface="Calibri" panose="020F0502020204030204" pitchFamily="34" charset="0"/>
                </a:rPr>
                <a:t>B</a:t>
              </a:r>
            </a:p>
          </p:txBody>
        </p:sp>
      </p:grpSp>
      <p:graphicFrame>
        <p:nvGraphicFramePr>
          <p:cNvPr id="23" name="Tabla 22">
            <a:extLst>
              <a:ext uri="{FF2B5EF4-FFF2-40B4-BE49-F238E27FC236}">
                <a16:creationId xmlns:a16="http://schemas.microsoft.com/office/drawing/2014/main" id="{F9D45972-8C97-79AD-7A9A-0039217E43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0343517"/>
              </p:ext>
            </p:extLst>
          </p:nvPr>
        </p:nvGraphicFramePr>
        <p:xfrm>
          <a:off x="1201964" y="4522266"/>
          <a:ext cx="4445000" cy="3810000"/>
        </p:xfrm>
        <a:graphic>
          <a:graphicData uri="http://schemas.openxmlformats.org/drawingml/2006/table">
            <a:tbl>
              <a:tblPr/>
              <a:tblGrid>
                <a:gridCol w="798959">
                  <a:extLst>
                    <a:ext uri="{9D8B030D-6E8A-4147-A177-3AD203B41FA5}">
                      <a16:colId xmlns:a16="http://schemas.microsoft.com/office/drawing/2014/main" val="2046486833"/>
                    </a:ext>
                  </a:extLst>
                </a:gridCol>
                <a:gridCol w="925777">
                  <a:extLst>
                    <a:ext uri="{9D8B030D-6E8A-4147-A177-3AD203B41FA5}">
                      <a16:colId xmlns:a16="http://schemas.microsoft.com/office/drawing/2014/main" val="2591689515"/>
                    </a:ext>
                  </a:extLst>
                </a:gridCol>
                <a:gridCol w="1360132">
                  <a:extLst>
                    <a:ext uri="{9D8B030D-6E8A-4147-A177-3AD203B41FA5}">
                      <a16:colId xmlns:a16="http://schemas.microsoft.com/office/drawing/2014/main" val="1979912124"/>
                    </a:ext>
                  </a:extLst>
                </a:gridCol>
                <a:gridCol w="1360132">
                  <a:extLst>
                    <a:ext uri="{9D8B030D-6E8A-4147-A177-3AD203B41FA5}">
                      <a16:colId xmlns:a16="http://schemas.microsoft.com/office/drawing/2014/main" val="2256383350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s-ES" sz="11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Dimension</a:t>
                      </a:r>
                      <a:endParaRPr lang="es-ES" sz="11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1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eigenvalues</a:t>
                      </a:r>
                      <a:endParaRPr lang="es-ES" sz="11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porcentaje varianza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varianza acumulada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31595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s-E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Dim.1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20.7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20.7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869979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s-E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Dim.2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18.9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39.7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571713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s-E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Dim.3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12.3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52.0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137428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s-E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Dim.4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10.0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62.0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697283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s-E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Dim.5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68.3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081726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s-E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Dim.6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74.2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934536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s-E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Dim.7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79.9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529812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s-E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Dim.8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84.0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926574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s-E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Dim.9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87.3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521497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s-E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Dim.10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90.2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768353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s-E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Dim.11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92.5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652755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s-E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Dim.12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94.2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664951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s-E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Dim.13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95.8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054280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s-E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Dim.14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96.9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130334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s-E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Dim.15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97.8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328570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s-E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Dim.16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98.5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02836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s-E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Dim.17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99.2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67020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s-E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Dim.18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99.6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229849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s-E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Dim.19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100.0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85573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359742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Tabla 19">
            <a:extLst>
              <a:ext uri="{FF2B5EF4-FFF2-40B4-BE49-F238E27FC236}">
                <a16:creationId xmlns:a16="http://schemas.microsoft.com/office/drawing/2014/main" id="{8B48CF29-21DB-3D32-472E-F716F90CFE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5940274"/>
              </p:ext>
            </p:extLst>
          </p:nvPr>
        </p:nvGraphicFramePr>
        <p:xfrm>
          <a:off x="1265552" y="5150303"/>
          <a:ext cx="4445000" cy="3238500"/>
        </p:xfrm>
        <a:graphic>
          <a:graphicData uri="http://schemas.openxmlformats.org/drawingml/2006/table">
            <a:tbl>
              <a:tblPr/>
              <a:tblGrid>
                <a:gridCol w="798959">
                  <a:extLst>
                    <a:ext uri="{9D8B030D-6E8A-4147-A177-3AD203B41FA5}">
                      <a16:colId xmlns:a16="http://schemas.microsoft.com/office/drawing/2014/main" val="3289290554"/>
                    </a:ext>
                  </a:extLst>
                </a:gridCol>
                <a:gridCol w="925777">
                  <a:extLst>
                    <a:ext uri="{9D8B030D-6E8A-4147-A177-3AD203B41FA5}">
                      <a16:colId xmlns:a16="http://schemas.microsoft.com/office/drawing/2014/main" val="3903405729"/>
                    </a:ext>
                  </a:extLst>
                </a:gridCol>
                <a:gridCol w="1360132">
                  <a:extLst>
                    <a:ext uri="{9D8B030D-6E8A-4147-A177-3AD203B41FA5}">
                      <a16:colId xmlns:a16="http://schemas.microsoft.com/office/drawing/2014/main" val="1643684084"/>
                    </a:ext>
                  </a:extLst>
                </a:gridCol>
                <a:gridCol w="1360132">
                  <a:extLst>
                    <a:ext uri="{9D8B030D-6E8A-4147-A177-3AD203B41FA5}">
                      <a16:colId xmlns:a16="http://schemas.microsoft.com/office/drawing/2014/main" val="3669739188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s-E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Dimension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eigenvalues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porcentaje varianza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ES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varianza acumulada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243166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s-E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Dim.1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21.0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21.0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659563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s-E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Dim.2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16.4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37.4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673222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s-E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Dim.3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10.9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48.3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93274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s-E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Dim.4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9.3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57.6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880562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s-E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Dim.5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64.1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262909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s-E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Dim.6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70.2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483345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s-E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Dim.7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76.1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935398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s-E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Dim.8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80.7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386444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s-E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Dim.9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84.4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041741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s-E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Dim.10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87.7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911361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s-E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Dim.11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90.5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114626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s-E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Dim.12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93.0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21349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s-E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Dim.13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95.3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61064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s-E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Dim.14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97.2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778388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s-E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Dim.15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98.6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097773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s-E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Dim.16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E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100.0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3777682"/>
                  </a:ext>
                </a:extLst>
              </a:tr>
            </a:tbl>
          </a:graphicData>
        </a:graphic>
      </p:graphicFrame>
      <p:grpSp>
        <p:nvGrpSpPr>
          <p:cNvPr id="22" name="Grupo 21">
            <a:extLst>
              <a:ext uri="{FF2B5EF4-FFF2-40B4-BE49-F238E27FC236}">
                <a16:creationId xmlns:a16="http://schemas.microsoft.com/office/drawing/2014/main" id="{2BD15AE3-E476-9506-C882-030DC61B20B4}"/>
              </a:ext>
            </a:extLst>
          </p:cNvPr>
          <p:cNvGrpSpPr/>
          <p:nvPr/>
        </p:nvGrpSpPr>
        <p:grpSpPr>
          <a:xfrm>
            <a:off x="1015745" y="568336"/>
            <a:ext cx="4826509" cy="4532662"/>
            <a:chOff x="1015745" y="568336"/>
            <a:chExt cx="4826509" cy="4532662"/>
          </a:xfrm>
        </p:grpSpPr>
        <p:grpSp>
          <p:nvGrpSpPr>
            <p:cNvPr id="19" name="Grupo 18">
              <a:extLst>
                <a:ext uri="{FF2B5EF4-FFF2-40B4-BE49-F238E27FC236}">
                  <a16:creationId xmlns:a16="http://schemas.microsoft.com/office/drawing/2014/main" id="{6CF15BF6-275A-4AC9-CA73-C3749408DF65}"/>
                </a:ext>
              </a:extLst>
            </p:cNvPr>
            <p:cNvGrpSpPr/>
            <p:nvPr/>
          </p:nvGrpSpPr>
          <p:grpSpPr>
            <a:xfrm>
              <a:off x="1015745" y="568336"/>
              <a:ext cx="4826509" cy="4274622"/>
              <a:chOff x="950343" y="742508"/>
              <a:chExt cx="4826509" cy="4274622"/>
            </a:xfrm>
          </p:grpSpPr>
          <p:grpSp>
            <p:nvGrpSpPr>
              <p:cNvPr id="17" name="Grupo 16">
                <a:extLst>
                  <a:ext uri="{FF2B5EF4-FFF2-40B4-BE49-F238E27FC236}">
                    <a16:creationId xmlns:a16="http://schemas.microsoft.com/office/drawing/2014/main" id="{01EE9893-ECA9-0F20-17F6-EDD0F2D289FA}"/>
                  </a:ext>
                </a:extLst>
              </p:cNvPr>
              <p:cNvGrpSpPr/>
              <p:nvPr/>
            </p:nvGrpSpPr>
            <p:grpSpPr>
              <a:xfrm>
                <a:off x="950343" y="742508"/>
                <a:ext cx="4826509" cy="4274622"/>
                <a:chOff x="950343" y="742508"/>
                <a:chExt cx="4826509" cy="4274622"/>
              </a:xfrm>
            </p:grpSpPr>
            <p:grpSp>
              <p:nvGrpSpPr>
                <p:cNvPr id="15" name="Grupo 14">
                  <a:extLst>
                    <a:ext uri="{FF2B5EF4-FFF2-40B4-BE49-F238E27FC236}">
                      <a16:creationId xmlns:a16="http://schemas.microsoft.com/office/drawing/2014/main" id="{B5845A45-A449-4527-4EB1-82DBD9F00FFA}"/>
                    </a:ext>
                  </a:extLst>
                </p:cNvPr>
                <p:cNvGrpSpPr/>
                <p:nvPr/>
              </p:nvGrpSpPr>
              <p:grpSpPr>
                <a:xfrm>
                  <a:off x="971550" y="866726"/>
                  <a:ext cx="4805302" cy="4150404"/>
                  <a:chOff x="971550" y="866726"/>
                  <a:chExt cx="4805302" cy="4150404"/>
                </a:xfrm>
              </p:grpSpPr>
              <p:grpSp>
                <p:nvGrpSpPr>
                  <p:cNvPr id="13" name="Grupo 12">
                    <a:extLst>
                      <a:ext uri="{FF2B5EF4-FFF2-40B4-BE49-F238E27FC236}">
                        <a16:creationId xmlns:a16="http://schemas.microsoft.com/office/drawing/2014/main" id="{81C03714-959F-3FFE-CBAD-3B4418790433}"/>
                      </a:ext>
                    </a:extLst>
                  </p:cNvPr>
                  <p:cNvGrpSpPr/>
                  <p:nvPr/>
                </p:nvGrpSpPr>
                <p:grpSpPr>
                  <a:xfrm>
                    <a:off x="1081148" y="866726"/>
                    <a:ext cx="4695704" cy="4150404"/>
                    <a:chOff x="1081148" y="866726"/>
                    <a:chExt cx="4695704" cy="4150404"/>
                  </a:xfrm>
                </p:grpSpPr>
                <p:grpSp>
                  <p:nvGrpSpPr>
                    <p:cNvPr id="11" name="Grupo 10">
                      <a:extLst>
                        <a:ext uri="{FF2B5EF4-FFF2-40B4-BE49-F238E27FC236}">
                          <a16:creationId xmlns:a16="http://schemas.microsoft.com/office/drawing/2014/main" id="{2B429717-CE2B-8142-9AF8-5041BCA7026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081148" y="866726"/>
                      <a:ext cx="4695704" cy="4019599"/>
                      <a:chOff x="1081148" y="866726"/>
                      <a:chExt cx="4695704" cy="4019599"/>
                    </a:xfrm>
                  </p:grpSpPr>
                  <p:grpSp>
                    <p:nvGrpSpPr>
                      <p:cNvPr id="9" name="Grupo 8">
                        <a:extLst>
                          <a:ext uri="{FF2B5EF4-FFF2-40B4-BE49-F238E27FC236}">
                            <a16:creationId xmlns:a16="http://schemas.microsoft.com/office/drawing/2014/main" id="{ED711D06-81BC-7D3D-90E5-76302CBC3492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081148" y="866726"/>
                        <a:ext cx="4695704" cy="4019599"/>
                        <a:chOff x="1081148" y="866726"/>
                        <a:chExt cx="4695704" cy="4019599"/>
                      </a:xfrm>
                    </p:grpSpPr>
                    <p:grpSp>
                      <p:nvGrpSpPr>
                        <p:cNvPr id="8" name="Grupo 7">
                          <a:extLst>
                            <a:ext uri="{FF2B5EF4-FFF2-40B4-BE49-F238E27FC236}">
                              <a16:creationId xmlns:a16="http://schemas.microsoft.com/office/drawing/2014/main" id="{43B42924-D649-5886-0AC4-3190F0223FAD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081148" y="1046998"/>
                          <a:ext cx="4695704" cy="3839327"/>
                          <a:chOff x="1081148" y="1046998"/>
                          <a:chExt cx="4695704" cy="3839327"/>
                        </a:xfrm>
                      </p:grpSpPr>
                      <p:pic>
                        <p:nvPicPr>
                          <p:cNvPr id="5" name="Imagen 4" descr="Gráfico, Histograma&#10;&#10;El contenido generado por IA puede ser incorrecto.">
                            <a:extLst>
                              <a:ext uri="{FF2B5EF4-FFF2-40B4-BE49-F238E27FC236}">
                                <a16:creationId xmlns:a16="http://schemas.microsoft.com/office/drawing/2014/main" id="{01D945CB-3EBD-E14E-5570-92E38395A551}"/>
                              </a:ext>
                            </a:extLst>
                          </p:cNvPr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2"/>
                          <a:stretch>
                            <a:fillRect/>
                          </a:stretch>
                        </p:blipFill>
                        <p:spPr>
                          <a:xfrm>
                            <a:off x="1081148" y="1046998"/>
                            <a:ext cx="4695704" cy="3839327"/>
                          </a:xfrm>
                          <a:prstGeom prst="rect">
                            <a:avLst/>
                          </a:prstGeom>
                        </p:spPr>
                      </p:pic>
                      <p:sp>
                        <p:nvSpPr>
                          <p:cNvPr id="7" name="Rectángulo 6">
                            <a:extLst>
                              <a:ext uri="{FF2B5EF4-FFF2-40B4-BE49-F238E27FC236}">
                                <a16:creationId xmlns:a16="http://schemas.microsoft.com/office/drawing/2014/main" id="{0EF04052-3B6E-AFFD-EDA6-F51DB1CCEB72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1200150" y="1046998"/>
                            <a:ext cx="771525" cy="162677"/>
                          </a:xfrm>
                          <a:prstGeom prst="rect">
                            <a:avLst/>
                          </a:prstGeom>
                          <a:solidFill>
                            <a:schemeClr val="bg1"/>
                          </a:solidFill>
                          <a:ln>
                            <a:solidFill>
                              <a:schemeClr val="bg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s-ES"/>
                          </a:p>
                        </p:txBody>
                      </p:sp>
                    </p:grpSp>
                    <p:sp>
                      <p:nvSpPr>
                        <p:cNvPr id="6" name="CuadroTexto 5">
                          <a:extLst>
                            <a:ext uri="{FF2B5EF4-FFF2-40B4-BE49-F238E27FC236}">
                              <a16:creationId xmlns:a16="http://schemas.microsoft.com/office/drawing/2014/main" id="{541E08DF-0011-0148-F8C5-1A40844BD281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1391858" y="866726"/>
                          <a:ext cx="4074284" cy="261610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:pPr algn="ctr"/>
                          <a:r>
                            <a:rPr lang="es-ES" sz="1100" b="1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Gráfico de sedimentación (</a:t>
                          </a:r>
                          <a:r>
                            <a:rPr lang="es-ES" sz="1100" b="1" i="1" dirty="0" err="1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Scree</a:t>
                          </a:r>
                          <a:r>
                            <a:rPr lang="es-ES" sz="1100" b="1" i="1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 </a:t>
                          </a:r>
                          <a:r>
                            <a:rPr lang="es-ES" sz="1100" b="1" i="1" dirty="0" err="1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Plot</a:t>
                          </a:r>
                          <a:r>
                            <a:rPr lang="es-ES" sz="1100" b="1" dirty="0">
                              <a:latin typeface="Calibri" panose="020F0502020204030204" pitchFamily="34" charset="0"/>
                              <a:cs typeface="Calibri" panose="020F0502020204030204" pitchFamily="34" charset="0"/>
                            </a:rPr>
                            <a:t>)</a:t>
                          </a:r>
                        </a:p>
                      </p:txBody>
                    </p:sp>
                  </p:grpSp>
                  <p:sp>
                    <p:nvSpPr>
                      <p:cNvPr id="10" name="Rectángulo 9">
                        <a:extLst>
                          <a:ext uri="{FF2B5EF4-FFF2-40B4-BE49-F238E27FC236}">
                            <a16:creationId xmlns:a16="http://schemas.microsoft.com/office/drawing/2014/main" id="{CC5092D4-2183-96EB-B794-EA71E3965D9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171825" y="4747259"/>
                        <a:ext cx="723900" cy="139066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chemeClr val="bg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s-ES"/>
                      </a:p>
                    </p:txBody>
                  </p:sp>
                </p:grpSp>
                <p:sp>
                  <p:nvSpPr>
                    <p:cNvPr id="12" name="CuadroTexto 11">
                      <a:extLst>
                        <a:ext uri="{FF2B5EF4-FFF2-40B4-BE49-F238E27FC236}">
                          <a16:creationId xmlns:a16="http://schemas.microsoft.com/office/drawing/2014/main" id="{C3CFE5FE-72D3-D00A-04FF-DAC1252CABC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496633" y="4755520"/>
                      <a:ext cx="4074284" cy="2616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lang="es-ES" sz="11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Dimensiones (Componentes Principales)</a:t>
                      </a:r>
                    </a:p>
                  </p:txBody>
                </p:sp>
              </p:grpSp>
              <p:sp>
                <p:nvSpPr>
                  <p:cNvPr id="14" name="Rectángulo 13">
                    <a:extLst>
                      <a:ext uri="{FF2B5EF4-FFF2-40B4-BE49-F238E27FC236}">
                        <a16:creationId xmlns:a16="http://schemas.microsoft.com/office/drawing/2014/main" id="{47DE03E1-BF8F-978F-C028-61B21E6CB7B8}"/>
                      </a:ext>
                    </a:extLst>
                  </p:cNvPr>
                  <p:cNvSpPr/>
                  <p:nvPr/>
                </p:nvSpPr>
                <p:spPr>
                  <a:xfrm>
                    <a:off x="971550" y="2190750"/>
                    <a:ext cx="238125" cy="1552575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s-ES"/>
                  </a:p>
                </p:txBody>
              </p:sp>
            </p:grpSp>
            <p:sp>
              <p:nvSpPr>
                <p:cNvPr id="16" name="CuadroTexto 15">
                  <a:extLst>
                    <a:ext uri="{FF2B5EF4-FFF2-40B4-BE49-F238E27FC236}">
                      <a16:creationId xmlns:a16="http://schemas.microsoft.com/office/drawing/2014/main" id="{844B4AE3-EE78-8FFA-2DE9-FD9BC442256D}"/>
                    </a:ext>
                  </a:extLst>
                </p:cNvPr>
                <p:cNvSpPr txBox="1"/>
                <p:nvPr/>
              </p:nvSpPr>
              <p:spPr>
                <a:xfrm rot="16200000">
                  <a:off x="-955994" y="2648845"/>
                  <a:ext cx="4074284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s-ES" sz="1100" b="1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Varianza explicada</a:t>
                  </a:r>
                </a:p>
              </p:txBody>
            </p:sp>
          </p:grpSp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4DEB9A63-D500-9174-D112-B7FC3C4CB685}"/>
                  </a:ext>
                </a:extLst>
              </p:cNvPr>
              <p:cNvSpPr txBox="1"/>
              <p:nvPr/>
            </p:nvSpPr>
            <p:spPr>
              <a:xfrm>
                <a:off x="1094432" y="893109"/>
                <a:ext cx="37362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sz="14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A</a:t>
                </a:r>
              </a:p>
            </p:txBody>
          </p:sp>
        </p:grpSp>
        <p:sp>
          <p:nvSpPr>
            <p:cNvPr id="21" name="CuadroTexto 20">
              <a:extLst>
                <a:ext uri="{FF2B5EF4-FFF2-40B4-BE49-F238E27FC236}">
                  <a16:creationId xmlns:a16="http://schemas.microsoft.com/office/drawing/2014/main" id="{F5C9E129-1D55-CD62-BA5F-8293C518BBED}"/>
                </a:ext>
              </a:extLst>
            </p:cNvPr>
            <p:cNvSpPr txBox="1"/>
            <p:nvPr/>
          </p:nvSpPr>
          <p:spPr>
            <a:xfrm>
              <a:off x="1078739" y="4793221"/>
              <a:ext cx="37362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400" b="1" dirty="0">
                  <a:latin typeface="Calibri" panose="020F0502020204030204" pitchFamily="34" charset="0"/>
                  <a:cs typeface="Calibri" panose="020F0502020204030204" pitchFamily="34" charset="0"/>
                </a:rPr>
                <a:t>B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153929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upo 10">
            <a:extLst>
              <a:ext uri="{FF2B5EF4-FFF2-40B4-BE49-F238E27FC236}">
                <a16:creationId xmlns:a16="http://schemas.microsoft.com/office/drawing/2014/main" id="{716B03EA-78E4-C002-5F9D-09E733EB60DD}"/>
              </a:ext>
            </a:extLst>
          </p:cNvPr>
          <p:cNvGrpSpPr/>
          <p:nvPr/>
        </p:nvGrpSpPr>
        <p:grpSpPr>
          <a:xfrm>
            <a:off x="361645" y="269147"/>
            <a:ext cx="6328897" cy="9213816"/>
            <a:chOff x="361645" y="269147"/>
            <a:chExt cx="6328897" cy="9213816"/>
          </a:xfrm>
        </p:grpSpPr>
        <p:grpSp>
          <p:nvGrpSpPr>
            <p:cNvPr id="8" name="Grupo 7">
              <a:extLst>
                <a:ext uri="{FF2B5EF4-FFF2-40B4-BE49-F238E27FC236}">
                  <a16:creationId xmlns:a16="http://schemas.microsoft.com/office/drawing/2014/main" id="{692E7F08-832B-7484-F78C-DF92E00D06E2}"/>
                </a:ext>
              </a:extLst>
            </p:cNvPr>
            <p:cNvGrpSpPr/>
            <p:nvPr/>
          </p:nvGrpSpPr>
          <p:grpSpPr>
            <a:xfrm>
              <a:off x="548458" y="423036"/>
              <a:ext cx="6142084" cy="9059927"/>
              <a:chOff x="357958" y="173571"/>
              <a:chExt cx="6142084" cy="9059927"/>
            </a:xfrm>
          </p:grpSpPr>
          <p:pic>
            <p:nvPicPr>
              <p:cNvPr id="5" name="Imagen 4" descr="Gráfico, Gráfico de líneas&#10;&#10;El contenido generado por IA puede ser incorrecto.">
                <a:extLst>
                  <a:ext uri="{FF2B5EF4-FFF2-40B4-BE49-F238E27FC236}">
                    <a16:creationId xmlns:a16="http://schemas.microsoft.com/office/drawing/2014/main" id="{1C12F489-4DCD-FA87-CB27-14AA7CA0C9F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57958" y="173571"/>
                <a:ext cx="6142084" cy="4280498"/>
              </a:xfrm>
              <a:prstGeom prst="rect">
                <a:avLst/>
              </a:prstGeom>
            </p:spPr>
          </p:pic>
          <p:pic>
            <p:nvPicPr>
              <p:cNvPr id="7" name="Imagen 6" descr="Interfaz de usuario gráfica, Gráfico&#10;&#10;El contenido generado por IA puede ser incorrecto.">
                <a:extLst>
                  <a:ext uri="{FF2B5EF4-FFF2-40B4-BE49-F238E27FC236}">
                    <a16:creationId xmlns:a16="http://schemas.microsoft.com/office/drawing/2014/main" id="{4F2738B8-B409-FF1C-5ED8-00E7973D3E9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57958" y="4953000"/>
                <a:ext cx="6142084" cy="4280498"/>
              </a:xfrm>
              <a:prstGeom prst="rect">
                <a:avLst/>
              </a:prstGeom>
            </p:spPr>
          </p:pic>
        </p:grpSp>
        <p:sp>
          <p:nvSpPr>
            <p:cNvPr id="9" name="CuadroTexto 8">
              <a:extLst>
                <a:ext uri="{FF2B5EF4-FFF2-40B4-BE49-F238E27FC236}">
                  <a16:creationId xmlns:a16="http://schemas.microsoft.com/office/drawing/2014/main" id="{DFA39C60-423E-CC7A-48D8-CF0182212782}"/>
                </a:ext>
              </a:extLst>
            </p:cNvPr>
            <p:cNvSpPr txBox="1"/>
            <p:nvPr/>
          </p:nvSpPr>
          <p:spPr>
            <a:xfrm>
              <a:off x="361645" y="269147"/>
              <a:ext cx="37362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400" b="1" dirty="0">
                  <a:latin typeface="Calibri" panose="020F0502020204030204" pitchFamily="34" charset="0"/>
                  <a:cs typeface="Calibri" panose="020F0502020204030204" pitchFamily="34" charset="0"/>
                </a:rPr>
                <a:t>A</a:t>
              </a:r>
            </a:p>
          </p:txBody>
        </p:sp>
        <p:sp>
          <p:nvSpPr>
            <p:cNvPr id="10" name="CuadroTexto 9">
              <a:extLst>
                <a:ext uri="{FF2B5EF4-FFF2-40B4-BE49-F238E27FC236}">
                  <a16:creationId xmlns:a16="http://schemas.microsoft.com/office/drawing/2014/main" id="{DAA63429-D447-4962-9A0B-CD70814B5883}"/>
                </a:ext>
              </a:extLst>
            </p:cNvPr>
            <p:cNvSpPr txBox="1"/>
            <p:nvPr/>
          </p:nvSpPr>
          <p:spPr>
            <a:xfrm>
              <a:off x="361645" y="5048576"/>
              <a:ext cx="37362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1400" b="1" dirty="0">
                  <a:latin typeface="Calibri" panose="020F0502020204030204" pitchFamily="34" charset="0"/>
                  <a:cs typeface="Calibri" panose="020F0502020204030204" pitchFamily="34" charset="0"/>
                </a:rPr>
                <a:t>B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6216333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1294</TotalTime>
  <Words>601</Words>
  <Application>Microsoft Office PowerPoint</Application>
  <PresentationFormat>A4 (210 x 297 mm)</PresentationFormat>
  <Paragraphs>361</Paragraphs>
  <Slides>21</Slides>
  <Notes>3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21</vt:i4>
      </vt:variant>
    </vt:vector>
  </HeadingPairs>
  <TitlesOfParts>
    <vt:vector size="26" baseType="lpstr">
      <vt:lpstr>Aptos</vt:lpstr>
      <vt:lpstr>Aptos Display</vt:lpstr>
      <vt:lpstr>Arial</vt:lpstr>
      <vt:lpstr>Calibri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Cristina Lázaro Ruiz</dc:creator>
  <cp:lastModifiedBy>Cristina Lázaro Ruíz</cp:lastModifiedBy>
  <cp:revision>75</cp:revision>
  <dcterms:created xsi:type="dcterms:W3CDTF">2025-03-10T08:05:10Z</dcterms:created>
  <dcterms:modified xsi:type="dcterms:W3CDTF">2025-06-22T18:16:04Z</dcterms:modified>
</cp:coreProperties>
</file>